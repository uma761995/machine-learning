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C4F7264-E148-4940-B72E-FD76E1B1702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GB"/>
        </a:p>
      </dgm:t>
    </dgm:pt>
    <dgm:pt modelId="{4542C1FD-4F7C-434F-B3C6-DBD68ACD5A33}">
      <dgm:prSet/>
      <dgm:spPr/>
      <dgm:t>
        <a:bodyPr/>
        <a:lstStyle/>
        <a:p>
          <a:r>
            <a:rPr lang="en-US" dirty="0"/>
            <a:t>Boosting algorithm is  ensemble learning method </a:t>
          </a:r>
          <a:endParaRPr lang="en-GB" dirty="0"/>
        </a:p>
      </dgm:t>
    </dgm:pt>
    <dgm:pt modelId="{B1C9A5E8-3356-4391-B072-06580AE6AC4B}" type="parTrans" cxnId="{136D9D51-C86E-462C-91A7-3CAC57A58C1A}">
      <dgm:prSet/>
      <dgm:spPr/>
      <dgm:t>
        <a:bodyPr/>
        <a:lstStyle/>
        <a:p>
          <a:endParaRPr lang="en-GB"/>
        </a:p>
      </dgm:t>
    </dgm:pt>
    <dgm:pt modelId="{2797710D-F552-4EDD-B0D6-F3124577A580}" type="sibTrans" cxnId="{136D9D51-C86E-462C-91A7-3CAC57A58C1A}">
      <dgm:prSet/>
      <dgm:spPr/>
      <dgm:t>
        <a:bodyPr/>
        <a:lstStyle/>
        <a:p>
          <a:endParaRPr lang="en-GB"/>
        </a:p>
      </dgm:t>
    </dgm:pt>
    <dgm:pt modelId="{A927DBBB-BF0D-4C3A-9FB0-36F929CC7961}">
      <dgm:prSet/>
      <dgm:spPr/>
      <dgm:t>
        <a:bodyPr/>
        <a:lstStyle/>
        <a:p>
          <a:r>
            <a:rPr lang="en-US"/>
            <a:t>Sequentially builds multiple simple predictive models, typically decision trees, to correct the errors (residuals) of previous models,</a:t>
          </a:r>
          <a:endParaRPr lang="en-GB"/>
        </a:p>
      </dgm:t>
    </dgm:pt>
    <dgm:pt modelId="{63AFB934-7744-452C-A816-6BB36EE53542}" type="parTrans" cxnId="{175ED4DC-79A7-4092-B552-D540B2D7BFA0}">
      <dgm:prSet/>
      <dgm:spPr/>
      <dgm:t>
        <a:bodyPr/>
        <a:lstStyle/>
        <a:p>
          <a:endParaRPr lang="en-GB"/>
        </a:p>
      </dgm:t>
    </dgm:pt>
    <dgm:pt modelId="{83B8BFA5-A817-4DDF-BC4A-3CD3724430A9}" type="sibTrans" cxnId="{175ED4DC-79A7-4092-B552-D540B2D7BFA0}">
      <dgm:prSet/>
      <dgm:spPr/>
      <dgm:t>
        <a:bodyPr/>
        <a:lstStyle/>
        <a:p>
          <a:endParaRPr lang="en-GB"/>
        </a:p>
      </dgm:t>
    </dgm:pt>
    <dgm:pt modelId="{11608A06-5281-420C-A05C-6F58264889ED}">
      <dgm:prSet/>
      <dgm:spPr/>
      <dgm:t>
        <a:bodyPr/>
        <a:lstStyle/>
        <a:p>
          <a:r>
            <a:rPr lang="en-US"/>
            <a:t>Resulting in a single strong predictive model. </a:t>
          </a:r>
          <a:endParaRPr lang="en-GB"/>
        </a:p>
      </dgm:t>
    </dgm:pt>
    <dgm:pt modelId="{6BDC1FC4-0A80-4AD6-AACC-CD92E6D2387E}" type="parTrans" cxnId="{34134CDB-B954-4038-885E-2031EE659CAF}">
      <dgm:prSet/>
      <dgm:spPr/>
      <dgm:t>
        <a:bodyPr/>
        <a:lstStyle/>
        <a:p>
          <a:endParaRPr lang="en-GB"/>
        </a:p>
      </dgm:t>
    </dgm:pt>
    <dgm:pt modelId="{B8CE5CB8-0B8B-4E72-9C84-CF259D7F7E07}" type="sibTrans" cxnId="{34134CDB-B954-4038-885E-2031EE659CAF}">
      <dgm:prSet/>
      <dgm:spPr/>
      <dgm:t>
        <a:bodyPr/>
        <a:lstStyle/>
        <a:p>
          <a:endParaRPr lang="en-GB"/>
        </a:p>
      </dgm:t>
    </dgm:pt>
    <dgm:pt modelId="{B8809987-C142-4169-A9AF-C4B2D3254FDD}">
      <dgm:prSet/>
      <dgm:spPr/>
      <dgm:t>
        <a:bodyPr/>
        <a:lstStyle/>
        <a:p>
          <a:r>
            <a:rPr lang="en-US"/>
            <a:t>The primary goal of boosting in regression is to minimize a specified loss function (like mean squared error) by iteratively improving the model's predictions. </a:t>
          </a:r>
          <a:endParaRPr lang="en-GB"/>
        </a:p>
      </dgm:t>
    </dgm:pt>
    <dgm:pt modelId="{F51ABC11-000F-4A58-84C8-8DD9287D37C5}" type="parTrans" cxnId="{17FAAAD8-9BE0-4504-8231-BF05FC6115E7}">
      <dgm:prSet/>
      <dgm:spPr/>
      <dgm:t>
        <a:bodyPr/>
        <a:lstStyle/>
        <a:p>
          <a:endParaRPr lang="en-GB"/>
        </a:p>
      </dgm:t>
    </dgm:pt>
    <dgm:pt modelId="{4142AAF3-987B-4993-A3E3-84D3EF555C42}" type="sibTrans" cxnId="{17FAAAD8-9BE0-4504-8231-BF05FC6115E7}">
      <dgm:prSet/>
      <dgm:spPr/>
      <dgm:t>
        <a:bodyPr/>
        <a:lstStyle/>
        <a:p>
          <a:endParaRPr lang="en-GB"/>
        </a:p>
      </dgm:t>
    </dgm:pt>
    <dgm:pt modelId="{31A20C81-9F79-4A36-A09F-5FBA461A9B59}" type="pres">
      <dgm:prSet presAssocID="{2C4F7264-E148-4940-B72E-FD76E1B1702A}" presName="linearFlow" presStyleCnt="0">
        <dgm:presLayoutVars>
          <dgm:dir/>
          <dgm:resizeHandles val="exact"/>
        </dgm:presLayoutVars>
      </dgm:prSet>
      <dgm:spPr/>
    </dgm:pt>
    <dgm:pt modelId="{6D98D177-89A8-44E9-9F4D-001653D8E93A}" type="pres">
      <dgm:prSet presAssocID="{4542C1FD-4F7C-434F-B3C6-DBD68ACD5A33}" presName="composite" presStyleCnt="0"/>
      <dgm:spPr/>
    </dgm:pt>
    <dgm:pt modelId="{6BB036D6-7C8D-4E92-BE49-DDB65F0EC8F1}" type="pres">
      <dgm:prSet presAssocID="{4542C1FD-4F7C-434F-B3C6-DBD68ACD5A33}" presName="imgShp" presStyleLbl="fgImgPlace1" presStyleIdx="0" presStyleCnt="4"/>
      <dgm:spPr/>
    </dgm:pt>
    <dgm:pt modelId="{809AC8EC-1D53-443F-921B-1A60E626A439}" type="pres">
      <dgm:prSet presAssocID="{4542C1FD-4F7C-434F-B3C6-DBD68ACD5A33}" presName="txShp" presStyleLbl="node1" presStyleIdx="0" presStyleCnt="4">
        <dgm:presLayoutVars>
          <dgm:bulletEnabled val="1"/>
        </dgm:presLayoutVars>
      </dgm:prSet>
      <dgm:spPr/>
    </dgm:pt>
    <dgm:pt modelId="{62E82173-C051-4480-9690-0ED693899E0B}" type="pres">
      <dgm:prSet presAssocID="{2797710D-F552-4EDD-B0D6-F3124577A580}" presName="spacing" presStyleCnt="0"/>
      <dgm:spPr/>
    </dgm:pt>
    <dgm:pt modelId="{10CAA7DC-0604-4199-9628-774FA7B13C4D}" type="pres">
      <dgm:prSet presAssocID="{A927DBBB-BF0D-4C3A-9FB0-36F929CC7961}" presName="composite" presStyleCnt="0"/>
      <dgm:spPr/>
    </dgm:pt>
    <dgm:pt modelId="{634DADAD-55B7-4395-A8D3-B79EDB9A4AA1}" type="pres">
      <dgm:prSet presAssocID="{A927DBBB-BF0D-4C3A-9FB0-36F929CC7961}" presName="imgShp" presStyleLbl="fgImgPlace1" presStyleIdx="1" presStyleCnt="4"/>
      <dgm:spPr/>
    </dgm:pt>
    <dgm:pt modelId="{238DA6B2-0760-4FE3-B37C-980C19DF0639}" type="pres">
      <dgm:prSet presAssocID="{A927DBBB-BF0D-4C3A-9FB0-36F929CC7961}" presName="txShp" presStyleLbl="node1" presStyleIdx="1" presStyleCnt="4">
        <dgm:presLayoutVars>
          <dgm:bulletEnabled val="1"/>
        </dgm:presLayoutVars>
      </dgm:prSet>
      <dgm:spPr/>
    </dgm:pt>
    <dgm:pt modelId="{127B64E5-C4D1-475C-BCDD-2EFFEF5CD2ED}" type="pres">
      <dgm:prSet presAssocID="{83B8BFA5-A817-4DDF-BC4A-3CD3724430A9}" presName="spacing" presStyleCnt="0"/>
      <dgm:spPr/>
    </dgm:pt>
    <dgm:pt modelId="{FAFB39FA-FF9F-485C-AE49-15106ADD3C1C}" type="pres">
      <dgm:prSet presAssocID="{11608A06-5281-420C-A05C-6F58264889ED}" presName="composite" presStyleCnt="0"/>
      <dgm:spPr/>
    </dgm:pt>
    <dgm:pt modelId="{D13109E2-9B69-438F-AD73-DB2A8728DBA5}" type="pres">
      <dgm:prSet presAssocID="{11608A06-5281-420C-A05C-6F58264889ED}" presName="imgShp" presStyleLbl="fgImgPlace1" presStyleIdx="2" presStyleCnt="4"/>
      <dgm:spPr/>
    </dgm:pt>
    <dgm:pt modelId="{6B570DAB-7123-4878-9206-EDB588DCD002}" type="pres">
      <dgm:prSet presAssocID="{11608A06-5281-420C-A05C-6F58264889ED}" presName="txShp" presStyleLbl="node1" presStyleIdx="2" presStyleCnt="4">
        <dgm:presLayoutVars>
          <dgm:bulletEnabled val="1"/>
        </dgm:presLayoutVars>
      </dgm:prSet>
      <dgm:spPr/>
    </dgm:pt>
    <dgm:pt modelId="{01309AC2-965D-4A37-A187-472BE866EF1B}" type="pres">
      <dgm:prSet presAssocID="{B8CE5CB8-0B8B-4E72-9C84-CF259D7F7E07}" presName="spacing" presStyleCnt="0"/>
      <dgm:spPr/>
    </dgm:pt>
    <dgm:pt modelId="{C9363FD0-4A47-4084-B54A-596B411904A1}" type="pres">
      <dgm:prSet presAssocID="{B8809987-C142-4169-A9AF-C4B2D3254FDD}" presName="composite" presStyleCnt="0"/>
      <dgm:spPr/>
    </dgm:pt>
    <dgm:pt modelId="{A97AD2EA-7E3D-40DC-9215-CA56F7CD519B}" type="pres">
      <dgm:prSet presAssocID="{B8809987-C142-4169-A9AF-C4B2D3254FDD}" presName="imgShp" presStyleLbl="fgImgPlace1" presStyleIdx="3" presStyleCnt="4"/>
      <dgm:spPr/>
    </dgm:pt>
    <dgm:pt modelId="{27956F0E-E6C3-4EDD-8F32-E03BBB85311C}" type="pres">
      <dgm:prSet presAssocID="{B8809987-C142-4169-A9AF-C4B2D3254FDD}" presName="txShp" presStyleLbl="node1" presStyleIdx="3" presStyleCnt="4">
        <dgm:presLayoutVars>
          <dgm:bulletEnabled val="1"/>
        </dgm:presLayoutVars>
      </dgm:prSet>
      <dgm:spPr/>
    </dgm:pt>
  </dgm:ptLst>
  <dgm:cxnLst>
    <dgm:cxn modelId="{9EF2B131-07A5-40AE-8836-898D569015C4}" type="presOf" srcId="{2C4F7264-E148-4940-B72E-FD76E1B1702A}" destId="{31A20C81-9F79-4A36-A09F-5FBA461A9B59}" srcOrd="0" destOrd="0" presId="urn:microsoft.com/office/officeart/2005/8/layout/vList3"/>
    <dgm:cxn modelId="{136D9D51-C86E-462C-91A7-3CAC57A58C1A}" srcId="{2C4F7264-E148-4940-B72E-FD76E1B1702A}" destId="{4542C1FD-4F7C-434F-B3C6-DBD68ACD5A33}" srcOrd="0" destOrd="0" parTransId="{B1C9A5E8-3356-4391-B072-06580AE6AC4B}" sibTransId="{2797710D-F552-4EDD-B0D6-F3124577A580}"/>
    <dgm:cxn modelId="{894B937E-595D-4E0B-91BB-92B9AD8FB0E4}" type="presOf" srcId="{4542C1FD-4F7C-434F-B3C6-DBD68ACD5A33}" destId="{809AC8EC-1D53-443F-921B-1A60E626A439}" srcOrd="0" destOrd="0" presId="urn:microsoft.com/office/officeart/2005/8/layout/vList3"/>
    <dgm:cxn modelId="{E82BC09C-009D-4CC8-A89F-3C7CA9CE14A1}" type="presOf" srcId="{B8809987-C142-4169-A9AF-C4B2D3254FDD}" destId="{27956F0E-E6C3-4EDD-8F32-E03BBB85311C}" srcOrd="0" destOrd="0" presId="urn:microsoft.com/office/officeart/2005/8/layout/vList3"/>
    <dgm:cxn modelId="{AA648C9E-4750-49AF-92A5-1D9141EED95D}" type="presOf" srcId="{11608A06-5281-420C-A05C-6F58264889ED}" destId="{6B570DAB-7123-4878-9206-EDB588DCD002}" srcOrd="0" destOrd="0" presId="urn:microsoft.com/office/officeart/2005/8/layout/vList3"/>
    <dgm:cxn modelId="{17C605A7-92C3-48CC-85F5-7AC0F4882D3E}" type="presOf" srcId="{A927DBBB-BF0D-4C3A-9FB0-36F929CC7961}" destId="{238DA6B2-0760-4FE3-B37C-980C19DF0639}" srcOrd="0" destOrd="0" presId="urn:microsoft.com/office/officeart/2005/8/layout/vList3"/>
    <dgm:cxn modelId="{17FAAAD8-9BE0-4504-8231-BF05FC6115E7}" srcId="{2C4F7264-E148-4940-B72E-FD76E1B1702A}" destId="{B8809987-C142-4169-A9AF-C4B2D3254FDD}" srcOrd="3" destOrd="0" parTransId="{F51ABC11-000F-4A58-84C8-8DD9287D37C5}" sibTransId="{4142AAF3-987B-4993-A3E3-84D3EF555C42}"/>
    <dgm:cxn modelId="{34134CDB-B954-4038-885E-2031EE659CAF}" srcId="{2C4F7264-E148-4940-B72E-FD76E1B1702A}" destId="{11608A06-5281-420C-A05C-6F58264889ED}" srcOrd="2" destOrd="0" parTransId="{6BDC1FC4-0A80-4AD6-AACC-CD92E6D2387E}" sibTransId="{B8CE5CB8-0B8B-4E72-9C84-CF259D7F7E07}"/>
    <dgm:cxn modelId="{175ED4DC-79A7-4092-B552-D540B2D7BFA0}" srcId="{2C4F7264-E148-4940-B72E-FD76E1B1702A}" destId="{A927DBBB-BF0D-4C3A-9FB0-36F929CC7961}" srcOrd="1" destOrd="0" parTransId="{63AFB934-7744-452C-A816-6BB36EE53542}" sibTransId="{83B8BFA5-A817-4DDF-BC4A-3CD3724430A9}"/>
    <dgm:cxn modelId="{DC490C8E-21A8-4847-B505-742752ACA257}" type="presParOf" srcId="{31A20C81-9F79-4A36-A09F-5FBA461A9B59}" destId="{6D98D177-89A8-44E9-9F4D-001653D8E93A}" srcOrd="0" destOrd="0" presId="urn:microsoft.com/office/officeart/2005/8/layout/vList3"/>
    <dgm:cxn modelId="{2ACCF6D4-2232-42A9-B4E5-454CE35C3756}" type="presParOf" srcId="{6D98D177-89A8-44E9-9F4D-001653D8E93A}" destId="{6BB036D6-7C8D-4E92-BE49-DDB65F0EC8F1}" srcOrd="0" destOrd="0" presId="urn:microsoft.com/office/officeart/2005/8/layout/vList3"/>
    <dgm:cxn modelId="{2E64D71D-EC92-4ADC-9F2E-92752A1E08E1}" type="presParOf" srcId="{6D98D177-89A8-44E9-9F4D-001653D8E93A}" destId="{809AC8EC-1D53-443F-921B-1A60E626A439}" srcOrd="1" destOrd="0" presId="urn:microsoft.com/office/officeart/2005/8/layout/vList3"/>
    <dgm:cxn modelId="{E255D370-29AC-485E-8E82-DF7CA75298E3}" type="presParOf" srcId="{31A20C81-9F79-4A36-A09F-5FBA461A9B59}" destId="{62E82173-C051-4480-9690-0ED693899E0B}" srcOrd="1" destOrd="0" presId="urn:microsoft.com/office/officeart/2005/8/layout/vList3"/>
    <dgm:cxn modelId="{3EE14297-82FA-4961-8FF0-C7DCCC4F370A}" type="presParOf" srcId="{31A20C81-9F79-4A36-A09F-5FBA461A9B59}" destId="{10CAA7DC-0604-4199-9628-774FA7B13C4D}" srcOrd="2" destOrd="0" presId="urn:microsoft.com/office/officeart/2005/8/layout/vList3"/>
    <dgm:cxn modelId="{14F18F63-3412-4DC6-A46B-59014695E554}" type="presParOf" srcId="{10CAA7DC-0604-4199-9628-774FA7B13C4D}" destId="{634DADAD-55B7-4395-A8D3-B79EDB9A4AA1}" srcOrd="0" destOrd="0" presId="urn:microsoft.com/office/officeart/2005/8/layout/vList3"/>
    <dgm:cxn modelId="{25C8E047-B65F-46DB-9BCE-334E5E7CF393}" type="presParOf" srcId="{10CAA7DC-0604-4199-9628-774FA7B13C4D}" destId="{238DA6B2-0760-4FE3-B37C-980C19DF0639}" srcOrd="1" destOrd="0" presId="urn:microsoft.com/office/officeart/2005/8/layout/vList3"/>
    <dgm:cxn modelId="{422C9E25-9459-410E-9DDB-086BFC332CCC}" type="presParOf" srcId="{31A20C81-9F79-4A36-A09F-5FBA461A9B59}" destId="{127B64E5-C4D1-475C-BCDD-2EFFEF5CD2ED}" srcOrd="3" destOrd="0" presId="urn:microsoft.com/office/officeart/2005/8/layout/vList3"/>
    <dgm:cxn modelId="{DE82F09D-4942-4DAF-ACC6-F1482A1E74AE}" type="presParOf" srcId="{31A20C81-9F79-4A36-A09F-5FBA461A9B59}" destId="{FAFB39FA-FF9F-485C-AE49-15106ADD3C1C}" srcOrd="4" destOrd="0" presId="urn:microsoft.com/office/officeart/2005/8/layout/vList3"/>
    <dgm:cxn modelId="{5F8D3847-09F9-43BF-891C-76305CAA5D4B}" type="presParOf" srcId="{FAFB39FA-FF9F-485C-AE49-15106ADD3C1C}" destId="{D13109E2-9B69-438F-AD73-DB2A8728DBA5}" srcOrd="0" destOrd="0" presId="urn:microsoft.com/office/officeart/2005/8/layout/vList3"/>
    <dgm:cxn modelId="{AA28DB9C-5E91-4415-BE77-D68272131285}" type="presParOf" srcId="{FAFB39FA-FF9F-485C-AE49-15106ADD3C1C}" destId="{6B570DAB-7123-4878-9206-EDB588DCD002}" srcOrd="1" destOrd="0" presId="urn:microsoft.com/office/officeart/2005/8/layout/vList3"/>
    <dgm:cxn modelId="{8C1BF448-1D7C-40CF-B8FD-B694E5614CCC}" type="presParOf" srcId="{31A20C81-9F79-4A36-A09F-5FBA461A9B59}" destId="{01309AC2-965D-4A37-A187-472BE866EF1B}" srcOrd="5" destOrd="0" presId="urn:microsoft.com/office/officeart/2005/8/layout/vList3"/>
    <dgm:cxn modelId="{88AF7C43-0399-495A-88E1-641E7D1FCC15}" type="presParOf" srcId="{31A20C81-9F79-4A36-A09F-5FBA461A9B59}" destId="{C9363FD0-4A47-4084-B54A-596B411904A1}" srcOrd="6" destOrd="0" presId="urn:microsoft.com/office/officeart/2005/8/layout/vList3"/>
    <dgm:cxn modelId="{4472DC8A-1ABD-4D45-B2FB-FE0C91BA91A9}" type="presParOf" srcId="{C9363FD0-4A47-4084-B54A-596B411904A1}" destId="{A97AD2EA-7E3D-40DC-9215-CA56F7CD519B}" srcOrd="0" destOrd="0" presId="urn:microsoft.com/office/officeart/2005/8/layout/vList3"/>
    <dgm:cxn modelId="{E7C4ADE8-6F4A-4DFB-A1E9-1AC3FCB1DFB1}" type="presParOf" srcId="{C9363FD0-4A47-4084-B54A-596B411904A1}" destId="{27956F0E-E6C3-4EDD-8F32-E03BBB85311C}"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EFE2979-1992-47AD-BCA4-348A4F888992}"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GB"/>
        </a:p>
      </dgm:t>
    </dgm:pt>
    <dgm:pt modelId="{FB8C2338-C4C6-4F72-A35D-873AD4B4678F}">
      <dgm:prSet/>
      <dgm:spPr/>
      <dgm:t>
        <a:bodyPr/>
        <a:lstStyle/>
        <a:p>
          <a:r>
            <a:rPr lang="en-GB" dirty="0"/>
            <a:t>Key Algorithms:</a:t>
          </a:r>
        </a:p>
      </dgm:t>
    </dgm:pt>
    <dgm:pt modelId="{1A6DAB9D-2821-4D7B-8F61-71132FE1CA07}" type="parTrans" cxnId="{30068F1C-0391-4E3A-8D83-C6C3B4B4432D}">
      <dgm:prSet/>
      <dgm:spPr/>
      <dgm:t>
        <a:bodyPr/>
        <a:lstStyle/>
        <a:p>
          <a:endParaRPr lang="en-GB"/>
        </a:p>
      </dgm:t>
    </dgm:pt>
    <dgm:pt modelId="{C0D31B45-AA7C-4033-8E5E-140E86A6CEC0}" type="sibTrans" cxnId="{30068F1C-0391-4E3A-8D83-C6C3B4B4432D}">
      <dgm:prSet/>
      <dgm:spPr/>
      <dgm:t>
        <a:bodyPr/>
        <a:lstStyle/>
        <a:p>
          <a:endParaRPr lang="en-GB"/>
        </a:p>
      </dgm:t>
    </dgm:pt>
    <dgm:pt modelId="{D1CB413B-5D48-45BF-9B38-8F6A5642F8E6}">
      <dgm:prSet/>
      <dgm:spPr/>
      <dgm:t>
        <a:bodyPr/>
        <a:lstStyle/>
        <a:p>
          <a:r>
            <a:rPr lang="en-GB" dirty="0" err="1"/>
            <a:t>Adaboost</a:t>
          </a:r>
          <a:r>
            <a:rPr lang="en-GB" dirty="0"/>
            <a:t>(Adaptive boosting)</a:t>
          </a:r>
        </a:p>
      </dgm:t>
    </dgm:pt>
    <dgm:pt modelId="{E6527EB8-AE0C-4878-BF75-D294F70D884D}" type="parTrans" cxnId="{84D6D19B-6E94-4D9E-A0C7-0A8BF4480BA5}">
      <dgm:prSet/>
      <dgm:spPr/>
      <dgm:t>
        <a:bodyPr/>
        <a:lstStyle/>
        <a:p>
          <a:endParaRPr lang="en-GB"/>
        </a:p>
      </dgm:t>
    </dgm:pt>
    <dgm:pt modelId="{3A4E518C-6921-43AA-AC33-E827AAE6656F}" type="sibTrans" cxnId="{84D6D19B-6E94-4D9E-A0C7-0A8BF4480BA5}">
      <dgm:prSet/>
      <dgm:spPr/>
      <dgm:t>
        <a:bodyPr/>
        <a:lstStyle/>
        <a:p>
          <a:endParaRPr lang="en-GB"/>
        </a:p>
      </dgm:t>
    </dgm:pt>
    <dgm:pt modelId="{C46ACB26-52FC-434C-B481-17BCFBF814CE}">
      <dgm:prSet/>
      <dgm:spPr/>
      <dgm:t>
        <a:bodyPr/>
        <a:lstStyle/>
        <a:p>
          <a:r>
            <a:rPr lang="en-GB" dirty="0" err="1"/>
            <a:t>XGBoost</a:t>
          </a:r>
          <a:r>
            <a:rPr lang="en-GB" dirty="0"/>
            <a:t> (Extreme Gradient Boosting)</a:t>
          </a:r>
        </a:p>
      </dgm:t>
    </dgm:pt>
    <dgm:pt modelId="{D8BF403A-1997-435A-852E-264FC1C55097}" type="parTrans" cxnId="{A17FABB8-6C6E-46E2-A22F-63C9182ED040}">
      <dgm:prSet/>
      <dgm:spPr/>
      <dgm:t>
        <a:bodyPr/>
        <a:lstStyle/>
        <a:p>
          <a:endParaRPr lang="en-GB"/>
        </a:p>
      </dgm:t>
    </dgm:pt>
    <dgm:pt modelId="{DBEA8F44-52D6-477C-986A-C7ED030D54EE}" type="sibTrans" cxnId="{A17FABB8-6C6E-46E2-A22F-63C9182ED040}">
      <dgm:prSet/>
      <dgm:spPr/>
      <dgm:t>
        <a:bodyPr/>
        <a:lstStyle/>
        <a:p>
          <a:endParaRPr lang="en-GB"/>
        </a:p>
      </dgm:t>
    </dgm:pt>
    <dgm:pt modelId="{D238E7EC-3789-4346-A1B9-5CDABBE113CA}">
      <dgm:prSet/>
      <dgm:spPr/>
      <dgm:t>
        <a:bodyPr/>
        <a:lstStyle/>
        <a:p>
          <a:r>
            <a:rPr lang="en-GB"/>
            <a:t>LGBoost (Light Gradient-Boosting Machine)</a:t>
          </a:r>
        </a:p>
      </dgm:t>
    </dgm:pt>
    <dgm:pt modelId="{47122282-C02E-4785-8DE6-F40CFA66125A}" type="parTrans" cxnId="{8E9D9A3B-1468-4461-95EE-02C766600562}">
      <dgm:prSet/>
      <dgm:spPr/>
      <dgm:t>
        <a:bodyPr/>
        <a:lstStyle/>
        <a:p>
          <a:endParaRPr lang="en-GB"/>
        </a:p>
      </dgm:t>
    </dgm:pt>
    <dgm:pt modelId="{35B5E897-B63C-4856-AAE8-8D938796BD7B}" type="sibTrans" cxnId="{8E9D9A3B-1468-4461-95EE-02C766600562}">
      <dgm:prSet/>
      <dgm:spPr/>
      <dgm:t>
        <a:bodyPr/>
        <a:lstStyle/>
        <a:p>
          <a:endParaRPr lang="en-GB"/>
        </a:p>
      </dgm:t>
    </dgm:pt>
    <dgm:pt modelId="{1F396D37-0AD6-482F-B05D-A23D8AA8A78B}" type="pres">
      <dgm:prSet presAssocID="{DEFE2979-1992-47AD-BCA4-348A4F888992}" presName="linearFlow" presStyleCnt="0">
        <dgm:presLayoutVars>
          <dgm:dir/>
          <dgm:resizeHandles val="exact"/>
        </dgm:presLayoutVars>
      </dgm:prSet>
      <dgm:spPr/>
    </dgm:pt>
    <dgm:pt modelId="{128946CB-60EA-460B-AE9D-E044727E88D0}" type="pres">
      <dgm:prSet presAssocID="{FB8C2338-C4C6-4F72-A35D-873AD4B4678F}" presName="composite" presStyleCnt="0"/>
      <dgm:spPr/>
    </dgm:pt>
    <dgm:pt modelId="{FB24F8AC-59CA-40F1-8E1A-809650761F4C}" type="pres">
      <dgm:prSet presAssocID="{FB8C2338-C4C6-4F72-A35D-873AD4B4678F}" presName="imgShp" presStyleLbl="fgImgPlace1" presStyleIdx="0" presStyleCnt="1"/>
      <dgm:spPr/>
    </dgm:pt>
    <dgm:pt modelId="{481AC69D-B466-48F0-9075-0E0C1DA5215B}" type="pres">
      <dgm:prSet presAssocID="{FB8C2338-C4C6-4F72-A35D-873AD4B4678F}" presName="txShp" presStyleLbl="node1" presStyleIdx="0" presStyleCnt="1">
        <dgm:presLayoutVars>
          <dgm:bulletEnabled val="1"/>
        </dgm:presLayoutVars>
      </dgm:prSet>
      <dgm:spPr/>
    </dgm:pt>
  </dgm:ptLst>
  <dgm:cxnLst>
    <dgm:cxn modelId="{30068F1C-0391-4E3A-8D83-C6C3B4B4432D}" srcId="{DEFE2979-1992-47AD-BCA4-348A4F888992}" destId="{FB8C2338-C4C6-4F72-A35D-873AD4B4678F}" srcOrd="0" destOrd="0" parTransId="{1A6DAB9D-2821-4D7B-8F61-71132FE1CA07}" sibTransId="{C0D31B45-AA7C-4033-8E5E-140E86A6CEC0}"/>
    <dgm:cxn modelId="{43061036-42D1-412F-84A3-94934DCD3B9F}" type="presOf" srcId="{FB8C2338-C4C6-4F72-A35D-873AD4B4678F}" destId="{481AC69D-B466-48F0-9075-0E0C1DA5215B}" srcOrd="0" destOrd="0" presId="urn:microsoft.com/office/officeart/2005/8/layout/vList3"/>
    <dgm:cxn modelId="{8E9D9A3B-1468-4461-95EE-02C766600562}" srcId="{FB8C2338-C4C6-4F72-A35D-873AD4B4678F}" destId="{D238E7EC-3789-4346-A1B9-5CDABBE113CA}" srcOrd="2" destOrd="0" parTransId="{47122282-C02E-4785-8DE6-F40CFA66125A}" sibTransId="{35B5E897-B63C-4856-AAE8-8D938796BD7B}"/>
    <dgm:cxn modelId="{63B7395B-3FCB-4F32-89E8-0FF1EB6CE5DB}" type="presOf" srcId="{D238E7EC-3789-4346-A1B9-5CDABBE113CA}" destId="{481AC69D-B466-48F0-9075-0E0C1DA5215B}" srcOrd="0" destOrd="3" presId="urn:microsoft.com/office/officeart/2005/8/layout/vList3"/>
    <dgm:cxn modelId="{BBAA7052-58D9-4B67-8F8C-2370EE4FC721}" type="presOf" srcId="{DEFE2979-1992-47AD-BCA4-348A4F888992}" destId="{1F396D37-0AD6-482F-B05D-A23D8AA8A78B}" srcOrd="0" destOrd="0" presId="urn:microsoft.com/office/officeart/2005/8/layout/vList3"/>
    <dgm:cxn modelId="{9E84657C-6B68-4F36-AE64-829AA172D26B}" type="presOf" srcId="{C46ACB26-52FC-434C-B481-17BCFBF814CE}" destId="{481AC69D-B466-48F0-9075-0E0C1DA5215B}" srcOrd="0" destOrd="2" presId="urn:microsoft.com/office/officeart/2005/8/layout/vList3"/>
    <dgm:cxn modelId="{E4D53489-83E4-436D-911D-4CEEB9FDEC45}" type="presOf" srcId="{D1CB413B-5D48-45BF-9B38-8F6A5642F8E6}" destId="{481AC69D-B466-48F0-9075-0E0C1DA5215B}" srcOrd="0" destOrd="1" presId="urn:microsoft.com/office/officeart/2005/8/layout/vList3"/>
    <dgm:cxn modelId="{84D6D19B-6E94-4D9E-A0C7-0A8BF4480BA5}" srcId="{FB8C2338-C4C6-4F72-A35D-873AD4B4678F}" destId="{D1CB413B-5D48-45BF-9B38-8F6A5642F8E6}" srcOrd="0" destOrd="0" parTransId="{E6527EB8-AE0C-4878-BF75-D294F70D884D}" sibTransId="{3A4E518C-6921-43AA-AC33-E827AAE6656F}"/>
    <dgm:cxn modelId="{A17FABB8-6C6E-46E2-A22F-63C9182ED040}" srcId="{FB8C2338-C4C6-4F72-A35D-873AD4B4678F}" destId="{C46ACB26-52FC-434C-B481-17BCFBF814CE}" srcOrd="1" destOrd="0" parTransId="{D8BF403A-1997-435A-852E-264FC1C55097}" sibTransId="{DBEA8F44-52D6-477C-986A-C7ED030D54EE}"/>
    <dgm:cxn modelId="{5DA080B7-5358-4291-81D7-EF8391F5A56C}" type="presParOf" srcId="{1F396D37-0AD6-482F-B05D-A23D8AA8A78B}" destId="{128946CB-60EA-460B-AE9D-E044727E88D0}" srcOrd="0" destOrd="0" presId="urn:microsoft.com/office/officeart/2005/8/layout/vList3"/>
    <dgm:cxn modelId="{48AB2FAB-3892-4682-A057-CC62B40BDC95}" type="presParOf" srcId="{128946CB-60EA-460B-AE9D-E044727E88D0}" destId="{FB24F8AC-59CA-40F1-8E1A-809650761F4C}" srcOrd="0" destOrd="0" presId="urn:microsoft.com/office/officeart/2005/8/layout/vList3"/>
    <dgm:cxn modelId="{2DF78614-2A2D-47A4-8D74-5F60DDBE80D1}" type="presParOf" srcId="{128946CB-60EA-460B-AE9D-E044727E88D0}" destId="{481AC69D-B466-48F0-9075-0E0C1DA5215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229475-5AE8-4E4C-98A5-323005A9067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GB"/>
        </a:p>
      </dgm:t>
    </dgm:pt>
    <dgm:pt modelId="{51D603C2-10F6-4318-BAF6-8727701CAB9D}">
      <dgm:prSet/>
      <dgm:spPr/>
      <dgm:t>
        <a:bodyPr/>
        <a:lstStyle/>
        <a:p>
          <a:r>
            <a:rPr lang="en-US"/>
            <a:t>An AdaBoost regressor is a meta-estimator.</a:t>
          </a:r>
          <a:endParaRPr lang="en-GB"/>
        </a:p>
      </dgm:t>
    </dgm:pt>
    <dgm:pt modelId="{7FACE1E1-075D-4EE9-960F-50F72FC99C20}" type="parTrans" cxnId="{51FDB2F4-BCFB-4AEE-AF7F-251E58EF03EA}">
      <dgm:prSet/>
      <dgm:spPr/>
      <dgm:t>
        <a:bodyPr/>
        <a:lstStyle/>
        <a:p>
          <a:endParaRPr lang="en-GB"/>
        </a:p>
      </dgm:t>
    </dgm:pt>
    <dgm:pt modelId="{31FED33E-E287-49D0-9B00-B2BEFBAD5B7D}" type="sibTrans" cxnId="{51FDB2F4-BCFB-4AEE-AF7F-251E58EF03EA}">
      <dgm:prSet/>
      <dgm:spPr/>
      <dgm:t>
        <a:bodyPr/>
        <a:lstStyle/>
        <a:p>
          <a:endParaRPr lang="en-GB"/>
        </a:p>
      </dgm:t>
    </dgm:pt>
    <dgm:pt modelId="{006C1E31-0190-4D71-8598-AB5C600B0ECA}">
      <dgm:prSet/>
      <dgm:spPr/>
      <dgm:t>
        <a:bodyPr/>
        <a:lstStyle/>
        <a:p>
          <a:r>
            <a:rPr lang="en-US"/>
            <a:t>It begins by fitting a regressor on the original dataset and then fits additional copies of the regressor on the same dataset but where the weights of instances are adjusted according to the error of the current prediction.</a:t>
          </a:r>
          <a:endParaRPr lang="en-GB"/>
        </a:p>
      </dgm:t>
    </dgm:pt>
    <dgm:pt modelId="{267FF2D4-8C66-4B88-BCFD-0B33FEB25567}" type="parTrans" cxnId="{06D5CB88-2080-45D5-9699-855F714EF64A}">
      <dgm:prSet/>
      <dgm:spPr/>
      <dgm:t>
        <a:bodyPr/>
        <a:lstStyle/>
        <a:p>
          <a:endParaRPr lang="en-GB"/>
        </a:p>
      </dgm:t>
    </dgm:pt>
    <dgm:pt modelId="{46732F30-ECB0-4F74-9ED5-4CAB6858A028}" type="sibTrans" cxnId="{06D5CB88-2080-45D5-9699-855F714EF64A}">
      <dgm:prSet/>
      <dgm:spPr/>
      <dgm:t>
        <a:bodyPr/>
        <a:lstStyle/>
        <a:p>
          <a:endParaRPr lang="en-GB"/>
        </a:p>
      </dgm:t>
    </dgm:pt>
    <dgm:pt modelId="{455FB4E3-4135-4C3C-917A-DB4A2C2EAA9F}" type="pres">
      <dgm:prSet presAssocID="{5D229475-5AE8-4E4C-98A5-323005A90678}" presName="linearFlow" presStyleCnt="0">
        <dgm:presLayoutVars>
          <dgm:dir/>
          <dgm:resizeHandles val="exact"/>
        </dgm:presLayoutVars>
      </dgm:prSet>
      <dgm:spPr/>
    </dgm:pt>
    <dgm:pt modelId="{0675EA04-5DAA-4849-834D-ACF41E661046}" type="pres">
      <dgm:prSet presAssocID="{51D603C2-10F6-4318-BAF6-8727701CAB9D}" presName="composite" presStyleCnt="0"/>
      <dgm:spPr/>
    </dgm:pt>
    <dgm:pt modelId="{2102CB62-0EFF-46FD-9125-D922A990B39D}" type="pres">
      <dgm:prSet presAssocID="{51D603C2-10F6-4318-BAF6-8727701CAB9D}" presName="imgShp" presStyleLbl="fgImgPlace1" presStyleIdx="0" presStyleCnt="2"/>
      <dgm:spPr/>
    </dgm:pt>
    <dgm:pt modelId="{5AD13411-8933-47BE-BC25-E74FEACFA607}" type="pres">
      <dgm:prSet presAssocID="{51D603C2-10F6-4318-BAF6-8727701CAB9D}" presName="txShp" presStyleLbl="node1" presStyleIdx="0" presStyleCnt="2">
        <dgm:presLayoutVars>
          <dgm:bulletEnabled val="1"/>
        </dgm:presLayoutVars>
      </dgm:prSet>
      <dgm:spPr/>
    </dgm:pt>
    <dgm:pt modelId="{A4F34F65-FA7A-48EF-99FC-D20B94C51796}" type="pres">
      <dgm:prSet presAssocID="{31FED33E-E287-49D0-9B00-B2BEFBAD5B7D}" presName="spacing" presStyleCnt="0"/>
      <dgm:spPr/>
    </dgm:pt>
    <dgm:pt modelId="{A7CC3180-9272-4225-9949-8ED60F8B96FB}" type="pres">
      <dgm:prSet presAssocID="{006C1E31-0190-4D71-8598-AB5C600B0ECA}" presName="composite" presStyleCnt="0"/>
      <dgm:spPr/>
    </dgm:pt>
    <dgm:pt modelId="{C5BEC27C-F8E6-4DDA-A79F-B19B43568D4D}" type="pres">
      <dgm:prSet presAssocID="{006C1E31-0190-4D71-8598-AB5C600B0ECA}" presName="imgShp" presStyleLbl="fgImgPlace1" presStyleIdx="1" presStyleCnt="2"/>
      <dgm:spPr/>
    </dgm:pt>
    <dgm:pt modelId="{5A032DD8-9CC9-47DE-B467-0254446D7F36}" type="pres">
      <dgm:prSet presAssocID="{006C1E31-0190-4D71-8598-AB5C600B0ECA}" presName="txShp" presStyleLbl="node1" presStyleIdx="1" presStyleCnt="2">
        <dgm:presLayoutVars>
          <dgm:bulletEnabled val="1"/>
        </dgm:presLayoutVars>
      </dgm:prSet>
      <dgm:spPr/>
    </dgm:pt>
  </dgm:ptLst>
  <dgm:cxnLst>
    <dgm:cxn modelId="{06D5CB88-2080-45D5-9699-855F714EF64A}" srcId="{5D229475-5AE8-4E4C-98A5-323005A90678}" destId="{006C1E31-0190-4D71-8598-AB5C600B0ECA}" srcOrd="1" destOrd="0" parTransId="{267FF2D4-8C66-4B88-BCFD-0B33FEB25567}" sibTransId="{46732F30-ECB0-4F74-9ED5-4CAB6858A028}"/>
    <dgm:cxn modelId="{EA850891-3563-4D67-98A5-68792A6305BA}" type="presOf" srcId="{006C1E31-0190-4D71-8598-AB5C600B0ECA}" destId="{5A032DD8-9CC9-47DE-B467-0254446D7F36}" srcOrd="0" destOrd="0" presId="urn:microsoft.com/office/officeart/2005/8/layout/vList3"/>
    <dgm:cxn modelId="{2A8606AE-9B92-4B25-9610-4E4AADCF6A27}" type="presOf" srcId="{51D603C2-10F6-4318-BAF6-8727701CAB9D}" destId="{5AD13411-8933-47BE-BC25-E74FEACFA607}" srcOrd="0" destOrd="0" presId="urn:microsoft.com/office/officeart/2005/8/layout/vList3"/>
    <dgm:cxn modelId="{882950D4-44F7-4D94-8623-2125F0890B1E}" type="presOf" srcId="{5D229475-5AE8-4E4C-98A5-323005A90678}" destId="{455FB4E3-4135-4C3C-917A-DB4A2C2EAA9F}" srcOrd="0" destOrd="0" presId="urn:microsoft.com/office/officeart/2005/8/layout/vList3"/>
    <dgm:cxn modelId="{51FDB2F4-BCFB-4AEE-AF7F-251E58EF03EA}" srcId="{5D229475-5AE8-4E4C-98A5-323005A90678}" destId="{51D603C2-10F6-4318-BAF6-8727701CAB9D}" srcOrd="0" destOrd="0" parTransId="{7FACE1E1-075D-4EE9-960F-50F72FC99C20}" sibTransId="{31FED33E-E287-49D0-9B00-B2BEFBAD5B7D}"/>
    <dgm:cxn modelId="{82E91455-AD9D-4E0A-A975-DE1DDA468A99}" type="presParOf" srcId="{455FB4E3-4135-4C3C-917A-DB4A2C2EAA9F}" destId="{0675EA04-5DAA-4849-834D-ACF41E661046}" srcOrd="0" destOrd="0" presId="urn:microsoft.com/office/officeart/2005/8/layout/vList3"/>
    <dgm:cxn modelId="{47923F69-9573-4298-8954-F07EBA3FC72A}" type="presParOf" srcId="{0675EA04-5DAA-4849-834D-ACF41E661046}" destId="{2102CB62-0EFF-46FD-9125-D922A990B39D}" srcOrd="0" destOrd="0" presId="urn:microsoft.com/office/officeart/2005/8/layout/vList3"/>
    <dgm:cxn modelId="{5C1F873E-40A7-41A5-9792-055335047254}" type="presParOf" srcId="{0675EA04-5DAA-4849-834D-ACF41E661046}" destId="{5AD13411-8933-47BE-BC25-E74FEACFA607}" srcOrd="1" destOrd="0" presId="urn:microsoft.com/office/officeart/2005/8/layout/vList3"/>
    <dgm:cxn modelId="{A72BE1DA-17ED-405F-AE92-1239531612F2}" type="presParOf" srcId="{455FB4E3-4135-4C3C-917A-DB4A2C2EAA9F}" destId="{A4F34F65-FA7A-48EF-99FC-D20B94C51796}" srcOrd="1" destOrd="0" presId="urn:microsoft.com/office/officeart/2005/8/layout/vList3"/>
    <dgm:cxn modelId="{E3C586B7-D8D8-42AF-9968-6C4C40DC1FC5}" type="presParOf" srcId="{455FB4E3-4135-4C3C-917A-DB4A2C2EAA9F}" destId="{A7CC3180-9272-4225-9949-8ED60F8B96FB}" srcOrd="2" destOrd="0" presId="urn:microsoft.com/office/officeart/2005/8/layout/vList3"/>
    <dgm:cxn modelId="{2DD20782-846A-4A50-8807-EC216A87386D}" type="presParOf" srcId="{A7CC3180-9272-4225-9949-8ED60F8B96FB}" destId="{C5BEC27C-F8E6-4DDA-A79F-B19B43568D4D}" srcOrd="0" destOrd="0" presId="urn:microsoft.com/office/officeart/2005/8/layout/vList3"/>
    <dgm:cxn modelId="{39AF7F3B-5B9B-4BDD-884C-6538F82A4939}" type="presParOf" srcId="{A7CC3180-9272-4225-9949-8ED60F8B96FB}" destId="{5A032DD8-9CC9-47DE-B467-0254446D7F3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7F1A97-2B23-4CF8-9A18-D3C9534970D2}"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GB"/>
        </a:p>
      </dgm:t>
    </dgm:pt>
    <dgm:pt modelId="{050FD8F1-B35D-4CBF-86D9-064EEE3DF514}">
      <dgm:prSet/>
      <dgm:spPr/>
      <dgm:t>
        <a:bodyPr/>
        <a:lstStyle/>
        <a:p>
          <a:r>
            <a:rPr lang="en-US"/>
            <a:t>The </a:t>
          </a:r>
          <a:r>
            <a:rPr lang="en-US" b="1"/>
            <a:t>XGBoost (eXtreme Gradient Boosting) algorithm for regression</a:t>
          </a:r>
          <a:r>
            <a:rPr lang="en-US"/>
            <a:t> is a powerful, optimized machine learning technique that predicts continuous numerical values.</a:t>
          </a:r>
          <a:endParaRPr lang="en-GB"/>
        </a:p>
      </dgm:t>
    </dgm:pt>
    <dgm:pt modelId="{822B1DE5-A259-4E2D-BAC6-EA38982A44AF}" type="parTrans" cxnId="{2F1F9F84-02A3-44D1-AD1A-BA846C8B58C5}">
      <dgm:prSet/>
      <dgm:spPr/>
      <dgm:t>
        <a:bodyPr/>
        <a:lstStyle/>
        <a:p>
          <a:endParaRPr lang="en-GB"/>
        </a:p>
      </dgm:t>
    </dgm:pt>
    <dgm:pt modelId="{903210B7-88D0-470A-AD60-BADAD4BB8E66}" type="sibTrans" cxnId="{2F1F9F84-02A3-44D1-AD1A-BA846C8B58C5}">
      <dgm:prSet/>
      <dgm:spPr/>
      <dgm:t>
        <a:bodyPr/>
        <a:lstStyle/>
        <a:p>
          <a:endParaRPr lang="en-GB"/>
        </a:p>
      </dgm:t>
    </dgm:pt>
    <dgm:pt modelId="{4AD16DAC-6484-439D-A467-0D71B1D01F8E}">
      <dgm:prSet/>
      <dgm:spPr/>
      <dgm:t>
        <a:bodyPr/>
        <a:lstStyle/>
        <a:p>
          <a:r>
            <a:rPr lang="en-US"/>
            <a:t>It works by sequentially building an ensemble of shallow decision trees, with each new tree trained to correct the errors (residuals) of the previous ones. </a:t>
          </a:r>
          <a:endParaRPr lang="en-GB"/>
        </a:p>
      </dgm:t>
    </dgm:pt>
    <dgm:pt modelId="{3850B242-E069-42D9-801F-BE70FD85BDE0}" type="parTrans" cxnId="{355A13CF-BA4C-4EBB-A1B0-663F4119880D}">
      <dgm:prSet/>
      <dgm:spPr/>
      <dgm:t>
        <a:bodyPr/>
        <a:lstStyle/>
        <a:p>
          <a:endParaRPr lang="en-GB"/>
        </a:p>
      </dgm:t>
    </dgm:pt>
    <dgm:pt modelId="{A0C008D6-47D7-49AB-8236-67B313C8FC09}" type="sibTrans" cxnId="{355A13CF-BA4C-4EBB-A1B0-663F4119880D}">
      <dgm:prSet/>
      <dgm:spPr/>
      <dgm:t>
        <a:bodyPr/>
        <a:lstStyle/>
        <a:p>
          <a:endParaRPr lang="en-GB"/>
        </a:p>
      </dgm:t>
    </dgm:pt>
    <dgm:pt modelId="{EF08627E-2E75-4ADE-9244-DBA1FAC179EB}" type="pres">
      <dgm:prSet presAssocID="{CC7F1A97-2B23-4CF8-9A18-D3C9534970D2}" presName="linearFlow" presStyleCnt="0">
        <dgm:presLayoutVars>
          <dgm:dir/>
          <dgm:resizeHandles val="exact"/>
        </dgm:presLayoutVars>
      </dgm:prSet>
      <dgm:spPr/>
    </dgm:pt>
    <dgm:pt modelId="{E263BAAA-C83D-405D-95EA-E281F10C227B}" type="pres">
      <dgm:prSet presAssocID="{050FD8F1-B35D-4CBF-86D9-064EEE3DF514}" presName="composite" presStyleCnt="0"/>
      <dgm:spPr/>
    </dgm:pt>
    <dgm:pt modelId="{17E54DF7-367E-4BFC-B371-47F1B4389981}" type="pres">
      <dgm:prSet presAssocID="{050FD8F1-B35D-4CBF-86D9-064EEE3DF514}" presName="imgShp" presStyleLbl="fgImgPlace1" presStyleIdx="0" presStyleCnt="2"/>
      <dgm:spPr/>
    </dgm:pt>
    <dgm:pt modelId="{DFA701F4-560F-4FE1-96F1-ECCB45242C1E}" type="pres">
      <dgm:prSet presAssocID="{050FD8F1-B35D-4CBF-86D9-064EEE3DF514}" presName="txShp" presStyleLbl="node1" presStyleIdx="0" presStyleCnt="2">
        <dgm:presLayoutVars>
          <dgm:bulletEnabled val="1"/>
        </dgm:presLayoutVars>
      </dgm:prSet>
      <dgm:spPr/>
    </dgm:pt>
    <dgm:pt modelId="{90158C6F-5EA1-4469-B09D-BF1825B4DA2C}" type="pres">
      <dgm:prSet presAssocID="{903210B7-88D0-470A-AD60-BADAD4BB8E66}" presName="spacing" presStyleCnt="0"/>
      <dgm:spPr/>
    </dgm:pt>
    <dgm:pt modelId="{3ECF70AA-0BE7-402F-BDC8-31AE168AC3AF}" type="pres">
      <dgm:prSet presAssocID="{4AD16DAC-6484-439D-A467-0D71B1D01F8E}" presName="composite" presStyleCnt="0"/>
      <dgm:spPr/>
    </dgm:pt>
    <dgm:pt modelId="{B55BE4A9-85BB-4C62-9011-3569D345FA59}" type="pres">
      <dgm:prSet presAssocID="{4AD16DAC-6484-439D-A467-0D71B1D01F8E}" presName="imgShp" presStyleLbl="fgImgPlace1" presStyleIdx="1" presStyleCnt="2"/>
      <dgm:spPr/>
    </dgm:pt>
    <dgm:pt modelId="{7204F6FB-5185-45CA-B901-CFB0AE247B54}" type="pres">
      <dgm:prSet presAssocID="{4AD16DAC-6484-439D-A467-0D71B1D01F8E}" presName="txShp" presStyleLbl="node1" presStyleIdx="1" presStyleCnt="2">
        <dgm:presLayoutVars>
          <dgm:bulletEnabled val="1"/>
        </dgm:presLayoutVars>
      </dgm:prSet>
      <dgm:spPr/>
    </dgm:pt>
  </dgm:ptLst>
  <dgm:cxnLst>
    <dgm:cxn modelId="{F870643C-C7FC-4B0C-B4F5-EFB1DD6179F7}" type="presOf" srcId="{050FD8F1-B35D-4CBF-86D9-064EEE3DF514}" destId="{DFA701F4-560F-4FE1-96F1-ECCB45242C1E}" srcOrd="0" destOrd="0" presId="urn:microsoft.com/office/officeart/2005/8/layout/vList3"/>
    <dgm:cxn modelId="{2F1F9F84-02A3-44D1-AD1A-BA846C8B58C5}" srcId="{CC7F1A97-2B23-4CF8-9A18-D3C9534970D2}" destId="{050FD8F1-B35D-4CBF-86D9-064EEE3DF514}" srcOrd="0" destOrd="0" parTransId="{822B1DE5-A259-4E2D-BAC6-EA38982A44AF}" sibTransId="{903210B7-88D0-470A-AD60-BADAD4BB8E66}"/>
    <dgm:cxn modelId="{82349EC3-7D24-4C44-B813-3589157A9EDF}" type="presOf" srcId="{4AD16DAC-6484-439D-A467-0D71B1D01F8E}" destId="{7204F6FB-5185-45CA-B901-CFB0AE247B54}" srcOrd="0" destOrd="0" presId="urn:microsoft.com/office/officeart/2005/8/layout/vList3"/>
    <dgm:cxn modelId="{355A13CF-BA4C-4EBB-A1B0-663F4119880D}" srcId="{CC7F1A97-2B23-4CF8-9A18-D3C9534970D2}" destId="{4AD16DAC-6484-439D-A467-0D71B1D01F8E}" srcOrd="1" destOrd="0" parTransId="{3850B242-E069-42D9-801F-BE70FD85BDE0}" sibTransId="{A0C008D6-47D7-49AB-8236-67B313C8FC09}"/>
    <dgm:cxn modelId="{2AE49FE0-798C-4B83-B7EC-B3A15BF65A67}" type="presOf" srcId="{CC7F1A97-2B23-4CF8-9A18-D3C9534970D2}" destId="{EF08627E-2E75-4ADE-9244-DBA1FAC179EB}" srcOrd="0" destOrd="0" presId="urn:microsoft.com/office/officeart/2005/8/layout/vList3"/>
    <dgm:cxn modelId="{E0285AC3-672B-477E-9130-76CD298B92E3}" type="presParOf" srcId="{EF08627E-2E75-4ADE-9244-DBA1FAC179EB}" destId="{E263BAAA-C83D-405D-95EA-E281F10C227B}" srcOrd="0" destOrd="0" presId="urn:microsoft.com/office/officeart/2005/8/layout/vList3"/>
    <dgm:cxn modelId="{10FD5E92-3F84-4656-9123-16E5E9786542}" type="presParOf" srcId="{E263BAAA-C83D-405D-95EA-E281F10C227B}" destId="{17E54DF7-367E-4BFC-B371-47F1B4389981}" srcOrd="0" destOrd="0" presId="urn:microsoft.com/office/officeart/2005/8/layout/vList3"/>
    <dgm:cxn modelId="{EF6CF570-7213-461C-A80C-714216BEFA2B}" type="presParOf" srcId="{E263BAAA-C83D-405D-95EA-E281F10C227B}" destId="{DFA701F4-560F-4FE1-96F1-ECCB45242C1E}" srcOrd="1" destOrd="0" presId="urn:microsoft.com/office/officeart/2005/8/layout/vList3"/>
    <dgm:cxn modelId="{12BF02ED-9294-4235-B6E1-025D5AB91AA1}" type="presParOf" srcId="{EF08627E-2E75-4ADE-9244-DBA1FAC179EB}" destId="{90158C6F-5EA1-4469-B09D-BF1825B4DA2C}" srcOrd="1" destOrd="0" presId="urn:microsoft.com/office/officeart/2005/8/layout/vList3"/>
    <dgm:cxn modelId="{1110E728-8264-44D0-BDF9-908BA87EF25F}" type="presParOf" srcId="{EF08627E-2E75-4ADE-9244-DBA1FAC179EB}" destId="{3ECF70AA-0BE7-402F-BDC8-31AE168AC3AF}" srcOrd="2" destOrd="0" presId="urn:microsoft.com/office/officeart/2005/8/layout/vList3"/>
    <dgm:cxn modelId="{020DBD51-B0E9-43D5-8076-F8288740394E}" type="presParOf" srcId="{3ECF70AA-0BE7-402F-BDC8-31AE168AC3AF}" destId="{B55BE4A9-85BB-4C62-9011-3569D345FA59}" srcOrd="0" destOrd="0" presId="urn:microsoft.com/office/officeart/2005/8/layout/vList3"/>
    <dgm:cxn modelId="{23F6DA5A-A470-46B3-9045-6438BC8F3284}" type="presParOf" srcId="{3ECF70AA-0BE7-402F-BDC8-31AE168AC3AF}" destId="{7204F6FB-5185-45CA-B901-CFB0AE247B5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F3EB7FF-A319-47CE-8A65-494BB5E145E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en-GB"/>
        </a:p>
      </dgm:t>
    </dgm:pt>
    <dgm:pt modelId="{F1DA2239-A3F4-4C43-BBF4-896E436C8825}">
      <dgm:prSet/>
      <dgm:spPr/>
      <dgm:t>
        <a:bodyPr/>
        <a:lstStyle/>
        <a:p>
          <a:r>
            <a:rPr lang="en-US" dirty="0" err="1"/>
            <a:t>LightGBM</a:t>
          </a:r>
          <a:r>
            <a:rPr lang="en-US" dirty="0"/>
            <a:t> is optimized for high performance with distributed systems. </a:t>
          </a:r>
          <a:endParaRPr lang="en-GB" dirty="0"/>
        </a:p>
      </dgm:t>
    </dgm:pt>
    <dgm:pt modelId="{F31206C4-176E-40F2-913E-257B772A06BD}" type="parTrans" cxnId="{E6F9D3AC-6994-4BA2-BA6A-40E1896AC311}">
      <dgm:prSet/>
      <dgm:spPr/>
      <dgm:t>
        <a:bodyPr/>
        <a:lstStyle/>
        <a:p>
          <a:endParaRPr lang="en-GB"/>
        </a:p>
      </dgm:t>
    </dgm:pt>
    <dgm:pt modelId="{B6D732CB-D387-4303-A9FD-8061296E05EC}" type="sibTrans" cxnId="{E6F9D3AC-6994-4BA2-BA6A-40E1896AC311}">
      <dgm:prSet/>
      <dgm:spPr/>
      <dgm:t>
        <a:bodyPr/>
        <a:lstStyle/>
        <a:p>
          <a:endParaRPr lang="en-GB"/>
        </a:p>
      </dgm:t>
    </dgm:pt>
    <dgm:pt modelId="{DFABDF4D-7F48-4DE3-8023-1BCB31C006FA}">
      <dgm:prSet/>
      <dgm:spPr/>
      <dgm:t>
        <a:bodyPr/>
        <a:lstStyle/>
        <a:p>
          <a:r>
            <a:rPr lang="en-US"/>
            <a:t>LightGBM creates decision trees that grow leaf wise, which means that given a condition, only a single leaf is split, depending on the gain.</a:t>
          </a:r>
          <a:endParaRPr lang="en-GB"/>
        </a:p>
      </dgm:t>
    </dgm:pt>
    <dgm:pt modelId="{9AC549EB-F9A5-4327-945D-3AE684EC0EC4}" type="parTrans" cxnId="{AA850B55-9E09-4FB5-9B74-92805E6D654F}">
      <dgm:prSet/>
      <dgm:spPr/>
      <dgm:t>
        <a:bodyPr/>
        <a:lstStyle/>
        <a:p>
          <a:endParaRPr lang="en-GB"/>
        </a:p>
      </dgm:t>
    </dgm:pt>
    <dgm:pt modelId="{1E8FC5E6-ACA1-4FF6-9274-483ED0BA4C06}" type="sibTrans" cxnId="{AA850B55-9E09-4FB5-9B74-92805E6D654F}">
      <dgm:prSet/>
      <dgm:spPr/>
      <dgm:t>
        <a:bodyPr/>
        <a:lstStyle/>
        <a:p>
          <a:endParaRPr lang="en-GB"/>
        </a:p>
      </dgm:t>
    </dgm:pt>
    <dgm:pt modelId="{C8BFDD87-5C9B-471E-9B97-E88B5DFADDD3}" type="pres">
      <dgm:prSet presAssocID="{DF3EB7FF-A319-47CE-8A65-494BB5E145E7}" presName="linearFlow" presStyleCnt="0">
        <dgm:presLayoutVars>
          <dgm:dir/>
          <dgm:resizeHandles val="exact"/>
        </dgm:presLayoutVars>
      </dgm:prSet>
      <dgm:spPr/>
    </dgm:pt>
    <dgm:pt modelId="{B60AE58B-E9FA-43AC-ADE8-46EBF168DE8F}" type="pres">
      <dgm:prSet presAssocID="{F1DA2239-A3F4-4C43-BBF4-896E436C8825}" presName="composite" presStyleCnt="0"/>
      <dgm:spPr/>
    </dgm:pt>
    <dgm:pt modelId="{24096325-BA04-49AC-898F-BE5868B4F5EE}" type="pres">
      <dgm:prSet presAssocID="{F1DA2239-A3F4-4C43-BBF4-896E436C8825}" presName="imgShp" presStyleLbl="fgImgPlace1" presStyleIdx="0" presStyleCnt="2"/>
      <dgm:spPr/>
    </dgm:pt>
    <dgm:pt modelId="{122997B8-B396-46D2-8CE3-BE85151FB6D1}" type="pres">
      <dgm:prSet presAssocID="{F1DA2239-A3F4-4C43-BBF4-896E436C8825}" presName="txShp" presStyleLbl="node1" presStyleIdx="0" presStyleCnt="2">
        <dgm:presLayoutVars>
          <dgm:bulletEnabled val="1"/>
        </dgm:presLayoutVars>
      </dgm:prSet>
      <dgm:spPr/>
    </dgm:pt>
    <dgm:pt modelId="{3E9D3007-0AD5-417F-9F7F-AFE40C689921}" type="pres">
      <dgm:prSet presAssocID="{B6D732CB-D387-4303-A9FD-8061296E05EC}" presName="spacing" presStyleCnt="0"/>
      <dgm:spPr/>
    </dgm:pt>
    <dgm:pt modelId="{DE41D1E6-1129-4BCD-B856-92B6CEBFCDBE}" type="pres">
      <dgm:prSet presAssocID="{DFABDF4D-7F48-4DE3-8023-1BCB31C006FA}" presName="composite" presStyleCnt="0"/>
      <dgm:spPr/>
    </dgm:pt>
    <dgm:pt modelId="{D3D29CF9-E469-4E5A-81B1-E9763CE6D460}" type="pres">
      <dgm:prSet presAssocID="{DFABDF4D-7F48-4DE3-8023-1BCB31C006FA}" presName="imgShp" presStyleLbl="fgImgPlace1" presStyleIdx="1" presStyleCnt="2"/>
      <dgm:spPr/>
    </dgm:pt>
    <dgm:pt modelId="{5B355F3C-1E94-4949-BF44-6272FFE29D3A}" type="pres">
      <dgm:prSet presAssocID="{DFABDF4D-7F48-4DE3-8023-1BCB31C006FA}" presName="txShp" presStyleLbl="node1" presStyleIdx="1" presStyleCnt="2">
        <dgm:presLayoutVars>
          <dgm:bulletEnabled val="1"/>
        </dgm:presLayoutVars>
      </dgm:prSet>
      <dgm:spPr/>
    </dgm:pt>
  </dgm:ptLst>
  <dgm:cxnLst>
    <dgm:cxn modelId="{13C3C01F-1CFE-45B3-BAF0-5002B9133DFC}" type="presOf" srcId="{DFABDF4D-7F48-4DE3-8023-1BCB31C006FA}" destId="{5B355F3C-1E94-4949-BF44-6272FFE29D3A}" srcOrd="0" destOrd="0" presId="urn:microsoft.com/office/officeart/2005/8/layout/vList3"/>
    <dgm:cxn modelId="{49F3A451-E5CB-417A-9247-D54A1E9D2C96}" type="presOf" srcId="{F1DA2239-A3F4-4C43-BBF4-896E436C8825}" destId="{122997B8-B396-46D2-8CE3-BE85151FB6D1}" srcOrd="0" destOrd="0" presId="urn:microsoft.com/office/officeart/2005/8/layout/vList3"/>
    <dgm:cxn modelId="{AA850B55-9E09-4FB5-9B74-92805E6D654F}" srcId="{DF3EB7FF-A319-47CE-8A65-494BB5E145E7}" destId="{DFABDF4D-7F48-4DE3-8023-1BCB31C006FA}" srcOrd="1" destOrd="0" parTransId="{9AC549EB-F9A5-4327-945D-3AE684EC0EC4}" sibTransId="{1E8FC5E6-ACA1-4FF6-9274-483ED0BA4C06}"/>
    <dgm:cxn modelId="{B1EF7085-3B8C-438B-AD37-AB6A2546349A}" type="presOf" srcId="{DF3EB7FF-A319-47CE-8A65-494BB5E145E7}" destId="{C8BFDD87-5C9B-471E-9B97-E88B5DFADDD3}" srcOrd="0" destOrd="0" presId="urn:microsoft.com/office/officeart/2005/8/layout/vList3"/>
    <dgm:cxn modelId="{E6F9D3AC-6994-4BA2-BA6A-40E1896AC311}" srcId="{DF3EB7FF-A319-47CE-8A65-494BB5E145E7}" destId="{F1DA2239-A3F4-4C43-BBF4-896E436C8825}" srcOrd="0" destOrd="0" parTransId="{F31206C4-176E-40F2-913E-257B772A06BD}" sibTransId="{B6D732CB-D387-4303-A9FD-8061296E05EC}"/>
    <dgm:cxn modelId="{B351A7FE-093C-4295-9CDF-71766F1F0875}" type="presParOf" srcId="{C8BFDD87-5C9B-471E-9B97-E88B5DFADDD3}" destId="{B60AE58B-E9FA-43AC-ADE8-46EBF168DE8F}" srcOrd="0" destOrd="0" presId="urn:microsoft.com/office/officeart/2005/8/layout/vList3"/>
    <dgm:cxn modelId="{CBAA22A4-D2C7-467A-81CB-044C849AB6C9}" type="presParOf" srcId="{B60AE58B-E9FA-43AC-ADE8-46EBF168DE8F}" destId="{24096325-BA04-49AC-898F-BE5868B4F5EE}" srcOrd="0" destOrd="0" presId="urn:microsoft.com/office/officeart/2005/8/layout/vList3"/>
    <dgm:cxn modelId="{D0AD550E-5A19-4300-A547-67A2CB3B90FB}" type="presParOf" srcId="{B60AE58B-E9FA-43AC-ADE8-46EBF168DE8F}" destId="{122997B8-B396-46D2-8CE3-BE85151FB6D1}" srcOrd="1" destOrd="0" presId="urn:microsoft.com/office/officeart/2005/8/layout/vList3"/>
    <dgm:cxn modelId="{2EA2616E-7B7B-4281-8932-E16B895474B9}" type="presParOf" srcId="{C8BFDD87-5C9B-471E-9B97-E88B5DFADDD3}" destId="{3E9D3007-0AD5-417F-9F7F-AFE40C689921}" srcOrd="1" destOrd="0" presId="urn:microsoft.com/office/officeart/2005/8/layout/vList3"/>
    <dgm:cxn modelId="{06CD2E4B-6A6C-4467-B7C8-1F23E887964D}" type="presParOf" srcId="{C8BFDD87-5C9B-471E-9B97-E88B5DFADDD3}" destId="{DE41D1E6-1129-4BCD-B856-92B6CEBFCDBE}" srcOrd="2" destOrd="0" presId="urn:microsoft.com/office/officeart/2005/8/layout/vList3"/>
    <dgm:cxn modelId="{A639AEEB-3655-46C5-9F22-0C3BAA27F778}" type="presParOf" srcId="{DE41D1E6-1129-4BCD-B856-92B6CEBFCDBE}" destId="{D3D29CF9-E469-4E5A-81B1-E9763CE6D460}" srcOrd="0" destOrd="0" presId="urn:microsoft.com/office/officeart/2005/8/layout/vList3"/>
    <dgm:cxn modelId="{7416587B-215C-4D6D-BC5C-C7EB5A8F8117}" type="presParOf" srcId="{DE41D1E6-1129-4BCD-B856-92B6CEBFCDBE}" destId="{5B355F3C-1E94-4949-BF44-6272FFE29D3A}"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9AC8EC-1D53-443F-921B-1A60E626A439}">
      <dsp:nvSpPr>
        <dsp:cNvPr id="0" name=""/>
        <dsp:cNvSpPr/>
      </dsp:nvSpPr>
      <dsp:spPr>
        <a:xfrm rot="10800000">
          <a:off x="1761961" y="1220"/>
          <a:ext cx="6080760" cy="92136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296"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dirty="0"/>
            <a:t>Boosting algorithm is  ensemble learning method </a:t>
          </a:r>
          <a:endParaRPr lang="en-GB" sz="1800" kern="1200" dirty="0"/>
        </a:p>
      </dsp:txBody>
      <dsp:txXfrm rot="10800000">
        <a:off x="1992302" y="1220"/>
        <a:ext cx="5850419" cy="921365"/>
      </dsp:txXfrm>
    </dsp:sp>
    <dsp:sp modelId="{6BB036D6-7C8D-4E92-BE49-DDB65F0EC8F1}">
      <dsp:nvSpPr>
        <dsp:cNvPr id="0" name=""/>
        <dsp:cNvSpPr/>
      </dsp:nvSpPr>
      <dsp:spPr>
        <a:xfrm>
          <a:off x="1301278" y="1220"/>
          <a:ext cx="921365" cy="9213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8DA6B2-0760-4FE3-B37C-980C19DF0639}">
      <dsp:nvSpPr>
        <dsp:cNvPr id="0" name=""/>
        <dsp:cNvSpPr/>
      </dsp:nvSpPr>
      <dsp:spPr>
        <a:xfrm rot="10800000">
          <a:off x="1761961" y="1197620"/>
          <a:ext cx="6080760" cy="92136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296"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Sequentially builds multiple simple predictive models, typically decision trees, to correct the errors (residuals) of previous models,</a:t>
          </a:r>
          <a:endParaRPr lang="en-GB" sz="1800" kern="1200"/>
        </a:p>
      </dsp:txBody>
      <dsp:txXfrm rot="10800000">
        <a:off x="1992302" y="1197620"/>
        <a:ext cx="5850419" cy="921365"/>
      </dsp:txXfrm>
    </dsp:sp>
    <dsp:sp modelId="{634DADAD-55B7-4395-A8D3-B79EDB9A4AA1}">
      <dsp:nvSpPr>
        <dsp:cNvPr id="0" name=""/>
        <dsp:cNvSpPr/>
      </dsp:nvSpPr>
      <dsp:spPr>
        <a:xfrm>
          <a:off x="1301278" y="1197620"/>
          <a:ext cx="921365" cy="9213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570DAB-7123-4878-9206-EDB588DCD002}">
      <dsp:nvSpPr>
        <dsp:cNvPr id="0" name=""/>
        <dsp:cNvSpPr/>
      </dsp:nvSpPr>
      <dsp:spPr>
        <a:xfrm rot="10800000">
          <a:off x="1761961" y="2394019"/>
          <a:ext cx="6080760" cy="92136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296"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Resulting in a single strong predictive model. </a:t>
          </a:r>
          <a:endParaRPr lang="en-GB" sz="1800" kern="1200"/>
        </a:p>
      </dsp:txBody>
      <dsp:txXfrm rot="10800000">
        <a:off x="1992302" y="2394019"/>
        <a:ext cx="5850419" cy="921365"/>
      </dsp:txXfrm>
    </dsp:sp>
    <dsp:sp modelId="{D13109E2-9B69-438F-AD73-DB2A8728DBA5}">
      <dsp:nvSpPr>
        <dsp:cNvPr id="0" name=""/>
        <dsp:cNvSpPr/>
      </dsp:nvSpPr>
      <dsp:spPr>
        <a:xfrm>
          <a:off x="1301278" y="2394019"/>
          <a:ext cx="921365" cy="9213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7956F0E-E6C3-4EDD-8F32-E03BBB85311C}">
      <dsp:nvSpPr>
        <dsp:cNvPr id="0" name=""/>
        <dsp:cNvSpPr/>
      </dsp:nvSpPr>
      <dsp:spPr>
        <a:xfrm rot="10800000">
          <a:off x="1761961" y="3590419"/>
          <a:ext cx="6080760" cy="921365"/>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296" tIns="68580" rIns="128016" bIns="68580" numCol="1" spcCol="1270" anchor="ctr" anchorCtr="0">
          <a:noAutofit/>
        </a:bodyPr>
        <a:lstStyle/>
        <a:p>
          <a:pPr marL="0" lvl="0" indent="0" algn="ctr" defTabSz="800100">
            <a:lnSpc>
              <a:spcPct val="90000"/>
            </a:lnSpc>
            <a:spcBef>
              <a:spcPct val="0"/>
            </a:spcBef>
            <a:spcAft>
              <a:spcPct val="35000"/>
            </a:spcAft>
            <a:buNone/>
          </a:pPr>
          <a:r>
            <a:rPr lang="en-US" sz="1800" kern="1200"/>
            <a:t>The primary goal of boosting in regression is to minimize a specified loss function (like mean squared error) by iteratively improving the model's predictions. </a:t>
          </a:r>
          <a:endParaRPr lang="en-GB" sz="1800" kern="1200"/>
        </a:p>
      </dsp:txBody>
      <dsp:txXfrm rot="10800000">
        <a:off x="1992302" y="3590419"/>
        <a:ext cx="5850419" cy="921365"/>
      </dsp:txXfrm>
    </dsp:sp>
    <dsp:sp modelId="{A97AD2EA-7E3D-40DC-9215-CA56F7CD519B}">
      <dsp:nvSpPr>
        <dsp:cNvPr id="0" name=""/>
        <dsp:cNvSpPr/>
      </dsp:nvSpPr>
      <dsp:spPr>
        <a:xfrm>
          <a:off x="1301278" y="3590419"/>
          <a:ext cx="921365" cy="921365"/>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1AC69D-B466-48F0-9075-0E0C1DA5215B}">
      <dsp:nvSpPr>
        <dsp:cNvPr id="0" name=""/>
        <dsp:cNvSpPr/>
      </dsp:nvSpPr>
      <dsp:spPr>
        <a:xfrm rot="10800000">
          <a:off x="2642044" y="414305"/>
          <a:ext cx="6992874" cy="3522726"/>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53424" tIns="137160" rIns="256032" bIns="137160" numCol="1" spcCol="1270" anchor="t" anchorCtr="0">
          <a:noAutofit/>
        </a:bodyPr>
        <a:lstStyle/>
        <a:p>
          <a:pPr marL="0" lvl="0" indent="0" algn="l" defTabSz="1600200">
            <a:lnSpc>
              <a:spcPct val="90000"/>
            </a:lnSpc>
            <a:spcBef>
              <a:spcPct val="0"/>
            </a:spcBef>
            <a:spcAft>
              <a:spcPct val="35000"/>
            </a:spcAft>
            <a:buNone/>
          </a:pPr>
          <a:r>
            <a:rPr lang="en-GB" sz="3600" kern="1200" dirty="0"/>
            <a:t>Key Algorithms:</a:t>
          </a:r>
        </a:p>
        <a:p>
          <a:pPr marL="285750" lvl="1" indent="-285750" algn="l" defTabSz="1244600">
            <a:lnSpc>
              <a:spcPct val="90000"/>
            </a:lnSpc>
            <a:spcBef>
              <a:spcPct val="0"/>
            </a:spcBef>
            <a:spcAft>
              <a:spcPct val="15000"/>
            </a:spcAft>
            <a:buChar char="•"/>
          </a:pPr>
          <a:r>
            <a:rPr lang="en-GB" sz="2800" kern="1200" dirty="0" err="1"/>
            <a:t>Adaboost</a:t>
          </a:r>
          <a:r>
            <a:rPr lang="en-GB" sz="2800" kern="1200" dirty="0"/>
            <a:t>(Adaptive boosting)</a:t>
          </a:r>
        </a:p>
        <a:p>
          <a:pPr marL="285750" lvl="1" indent="-285750" algn="l" defTabSz="1244600">
            <a:lnSpc>
              <a:spcPct val="90000"/>
            </a:lnSpc>
            <a:spcBef>
              <a:spcPct val="0"/>
            </a:spcBef>
            <a:spcAft>
              <a:spcPct val="15000"/>
            </a:spcAft>
            <a:buChar char="•"/>
          </a:pPr>
          <a:r>
            <a:rPr lang="en-GB" sz="2800" kern="1200" dirty="0" err="1"/>
            <a:t>XGBoost</a:t>
          </a:r>
          <a:r>
            <a:rPr lang="en-GB" sz="2800" kern="1200" dirty="0"/>
            <a:t> (Extreme Gradient Boosting)</a:t>
          </a:r>
        </a:p>
        <a:p>
          <a:pPr marL="285750" lvl="1" indent="-285750" algn="l" defTabSz="1244600">
            <a:lnSpc>
              <a:spcPct val="90000"/>
            </a:lnSpc>
            <a:spcBef>
              <a:spcPct val="0"/>
            </a:spcBef>
            <a:spcAft>
              <a:spcPct val="15000"/>
            </a:spcAft>
            <a:buChar char="•"/>
          </a:pPr>
          <a:r>
            <a:rPr lang="en-GB" sz="2800" kern="1200"/>
            <a:t>LGBoost (Light Gradient-Boosting Machine)</a:t>
          </a:r>
        </a:p>
      </dsp:txBody>
      <dsp:txXfrm rot="10800000">
        <a:off x="3522725" y="414305"/>
        <a:ext cx="6112193" cy="3522726"/>
      </dsp:txXfrm>
    </dsp:sp>
    <dsp:sp modelId="{FB24F8AC-59CA-40F1-8E1A-809650761F4C}">
      <dsp:nvSpPr>
        <dsp:cNvPr id="0" name=""/>
        <dsp:cNvSpPr/>
      </dsp:nvSpPr>
      <dsp:spPr>
        <a:xfrm>
          <a:off x="880681" y="414305"/>
          <a:ext cx="3522726" cy="3522726"/>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D13411-8933-47BE-BC25-E74FEACFA607}">
      <dsp:nvSpPr>
        <dsp:cNvPr id="0" name=""/>
        <dsp:cNvSpPr/>
      </dsp:nvSpPr>
      <dsp:spPr>
        <a:xfrm rot="10800000">
          <a:off x="2234385" y="1178"/>
          <a:ext cx="6992874" cy="189208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a:t>An AdaBoost regressor is a meta-estimator.</a:t>
          </a:r>
          <a:endParaRPr lang="en-GB" sz="2300" kern="1200"/>
        </a:p>
      </dsp:txBody>
      <dsp:txXfrm rot="10800000">
        <a:off x="2707407" y="1178"/>
        <a:ext cx="6519852" cy="1892089"/>
      </dsp:txXfrm>
    </dsp:sp>
    <dsp:sp modelId="{2102CB62-0EFF-46FD-9125-D922A990B39D}">
      <dsp:nvSpPr>
        <dsp:cNvPr id="0" name=""/>
        <dsp:cNvSpPr/>
      </dsp:nvSpPr>
      <dsp:spPr>
        <a:xfrm>
          <a:off x="1288340" y="1178"/>
          <a:ext cx="1892089" cy="189208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A032DD8-9CC9-47DE-B467-0254446D7F36}">
      <dsp:nvSpPr>
        <dsp:cNvPr id="0" name=""/>
        <dsp:cNvSpPr/>
      </dsp:nvSpPr>
      <dsp:spPr>
        <a:xfrm rot="10800000">
          <a:off x="2234385" y="2458070"/>
          <a:ext cx="6992874" cy="189208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87630" rIns="163576" bIns="87630" numCol="1" spcCol="1270" anchor="ctr" anchorCtr="0">
          <a:noAutofit/>
        </a:bodyPr>
        <a:lstStyle/>
        <a:p>
          <a:pPr marL="0" lvl="0" indent="0" algn="ctr" defTabSz="1022350">
            <a:lnSpc>
              <a:spcPct val="90000"/>
            </a:lnSpc>
            <a:spcBef>
              <a:spcPct val="0"/>
            </a:spcBef>
            <a:spcAft>
              <a:spcPct val="35000"/>
            </a:spcAft>
            <a:buNone/>
          </a:pPr>
          <a:r>
            <a:rPr lang="en-US" sz="2300" kern="1200"/>
            <a:t>It begins by fitting a regressor on the original dataset and then fits additional copies of the regressor on the same dataset but where the weights of instances are adjusted according to the error of the current prediction.</a:t>
          </a:r>
          <a:endParaRPr lang="en-GB" sz="2300" kern="1200"/>
        </a:p>
      </dsp:txBody>
      <dsp:txXfrm rot="10800000">
        <a:off x="2707407" y="2458070"/>
        <a:ext cx="6519852" cy="1892089"/>
      </dsp:txXfrm>
    </dsp:sp>
    <dsp:sp modelId="{C5BEC27C-F8E6-4DDA-A79F-B19B43568D4D}">
      <dsp:nvSpPr>
        <dsp:cNvPr id="0" name=""/>
        <dsp:cNvSpPr/>
      </dsp:nvSpPr>
      <dsp:spPr>
        <a:xfrm>
          <a:off x="1288340" y="2458070"/>
          <a:ext cx="1892089" cy="189208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701F4-560F-4FE1-96F1-ECCB45242C1E}">
      <dsp:nvSpPr>
        <dsp:cNvPr id="0" name=""/>
        <dsp:cNvSpPr/>
      </dsp:nvSpPr>
      <dsp:spPr>
        <a:xfrm rot="10800000">
          <a:off x="2301468" y="924"/>
          <a:ext cx="6992874" cy="216042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686" tIns="102870" rIns="192024" bIns="102870" numCol="1" spcCol="1270" anchor="ctr" anchorCtr="0">
          <a:noAutofit/>
        </a:bodyPr>
        <a:lstStyle/>
        <a:p>
          <a:pPr marL="0" lvl="0" indent="0" algn="ctr" defTabSz="1200150">
            <a:lnSpc>
              <a:spcPct val="90000"/>
            </a:lnSpc>
            <a:spcBef>
              <a:spcPct val="0"/>
            </a:spcBef>
            <a:spcAft>
              <a:spcPct val="35000"/>
            </a:spcAft>
            <a:buNone/>
          </a:pPr>
          <a:r>
            <a:rPr lang="en-US" sz="2700" kern="1200"/>
            <a:t>The </a:t>
          </a:r>
          <a:r>
            <a:rPr lang="en-US" sz="2700" b="1" kern="1200"/>
            <a:t>XGBoost (eXtreme Gradient Boosting) algorithm for regression</a:t>
          </a:r>
          <a:r>
            <a:rPr lang="en-US" sz="2700" kern="1200"/>
            <a:t> is a powerful, optimized machine learning technique that predicts continuous numerical values.</a:t>
          </a:r>
          <a:endParaRPr lang="en-GB" sz="2700" kern="1200"/>
        </a:p>
      </dsp:txBody>
      <dsp:txXfrm rot="10800000">
        <a:off x="2841573" y="924"/>
        <a:ext cx="6452769" cy="2160421"/>
      </dsp:txXfrm>
    </dsp:sp>
    <dsp:sp modelId="{17E54DF7-367E-4BFC-B371-47F1B4389981}">
      <dsp:nvSpPr>
        <dsp:cNvPr id="0" name=""/>
        <dsp:cNvSpPr/>
      </dsp:nvSpPr>
      <dsp:spPr>
        <a:xfrm>
          <a:off x="1221257" y="924"/>
          <a:ext cx="2160421" cy="2160421"/>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4F6FB-5185-45CA-B901-CFB0AE247B54}">
      <dsp:nvSpPr>
        <dsp:cNvPr id="0" name=""/>
        <dsp:cNvSpPr/>
      </dsp:nvSpPr>
      <dsp:spPr>
        <a:xfrm rot="10800000">
          <a:off x="2301468" y="2806248"/>
          <a:ext cx="6992874" cy="2160421"/>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686" tIns="102870" rIns="192024" bIns="102870" numCol="1" spcCol="1270" anchor="ctr" anchorCtr="0">
          <a:noAutofit/>
        </a:bodyPr>
        <a:lstStyle/>
        <a:p>
          <a:pPr marL="0" lvl="0" indent="0" algn="ctr" defTabSz="1200150">
            <a:lnSpc>
              <a:spcPct val="90000"/>
            </a:lnSpc>
            <a:spcBef>
              <a:spcPct val="0"/>
            </a:spcBef>
            <a:spcAft>
              <a:spcPct val="35000"/>
            </a:spcAft>
            <a:buNone/>
          </a:pPr>
          <a:r>
            <a:rPr lang="en-US" sz="2700" kern="1200"/>
            <a:t>It works by sequentially building an ensemble of shallow decision trees, with each new tree trained to correct the errors (residuals) of the previous ones. </a:t>
          </a:r>
          <a:endParaRPr lang="en-GB" sz="2700" kern="1200"/>
        </a:p>
      </dsp:txBody>
      <dsp:txXfrm rot="10800000">
        <a:off x="2841573" y="2806248"/>
        <a:ext cx="6452769" cy="2160421"/>
      </dsp:txXfrm>
    </dsp:sp>
    <dsp:sp modelId="{B55BE4A9-85BB-4C62-9011-3569D345FA59}">
      <dsp:nvSpPr>
        <dsp:cNvPr id="0" name=""/>
        <dsp:cNvSpPr/>
      </dsp:nvSpPr>
      <dsp:spPr>
        <a:xfrm>
          <a:off x="1221257" y="2806248"/>
          <a:ext cx="2160421" cy="2160421"/>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2997B8-B396-46D2-8CE3-BE85151FB6D1}">
      <dsp:nvSpPr>
        <dsp:cNvPr id="0" name=""/>
        <dsp:cNvSpPr/>
      </dsp:nvSpPr>
      <dsp:spPr>
        <a:xfrm rot="10800000">
          <a:off x="2234385" y="1178"/>
          <a:ext cx="6992874" cy="189208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110490" rIns="206248"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LightGBM</a:t>
          </a:r>
          <a:r>
            <a:rPr lang="en-US" sz="2900" kern="1200" dirty="0"/>
            <a:t> is optimized for high performance with distributed systems. </a:t>
          </a:r>
          <a:endParaRPr lang="en-GB" sz="2900" kern="1200" dirty="0"/>
        </a:p>
      </dsp:txBody>
      <dsp:txXfrm rot="10800000">
        <a:off x="2707407" y="1178"/>
        <a:ext cx="6519852" cy="1892089"/>
      </dsp:txXfrm>
    </dsp:sp>
    <dsp:sp modelId="{24096325-BA04-49AC-898F-BE5868B4F5EE}">
      <dsp:nvSpPr>
        <dsp:cNvPr id="0" name=""/>
        <dsp:cNvSpPr/>
      </dsp:nvSpPr>
      <dsp:spPr>
        <a:xfrm>
          <a:off x="1288340" y="1178"/>
          <a:ext cx="1892089" cy="189208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355F3C-1E94-4949-BF44-6272FFE29D3A}">
      <dsp:nvSpPr>
        <dsp:cNvPr id="0" name=""/>
        <dsp:cNvSpPr/>
      </dsp:nvSpPr>
      <dsp:spPr>
        <a:xfrm rot="10800000">
          <a:off x="2234385" y="2458070"/>
          <a:ext cx="6992874" cy="189208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4359" tIns="110490" rIns="206248" bIns="110490" numCol="1" spcCol="1270" anchor="ctr" anchorCtr="0">
          <a:noAutofit/>
        </a:bodyPr>
        <a:lstStyle/>
        <a:p>
          <a:pPr marL="0" lvl="0" indent="0" algn="ctr" defTabSz="1289050">
            <a:lnSpc>
              <a:spcPct val="90000"/>
            </a:lnSpc>
            <a:spcBef>
              <a:spcPct val="0"/>
            </a:spcBef>
            <a:spcAft>
              <a:spcPct val="35000"/>
            </a:spcAft>
            <a:buNone/>
          </a:pPr>
          <a:r>
            <a:rPr lang="en-US" sz="2900" kern="1200"/>
            <a:t>LightGBM creates decision trees that grow leaf wise, which means that given a condition, only a single leaf is split, depending on the gain.</a:t>
          </a:r>
          <a:endParaRPr lang="en-GB" sz="2900" kern="1200"/>
        </a:p>
      </dsp:txBody>
      <dsp:txXfrm rot="10800000">
        <a:off x="2707407" y="2458070"/>
        <a:ext cx="6519852" cy="1892089"/>
      </dsp:txXfrm>
    </dsp:sp>
    <dsp:sp modelId="{D3D29CF9-E469-4E5A-81B1-E9763CE6D460}">
      <dsp:nvSpPr>
        <dsp:cNvPr id="0" name=""/>
        <dsp:cNvSpPr/>
      </dsp:nvSpPr>
      <dsp:spPr>
        <a:xfrm>
          <a:off x="1288340" y="2458070"/>
          <a:ext cx="1892089" cy="189208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E5C4D-582B-F406-1050-8A8A3B1A26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1B6AA58-57E5-A5A4-8329-EBF86D5C60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2242366-61AD-B782-61BF-7757B0759647}"/>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0EE9F88E-7D9D-88CA-7CA9-2A68371E2D8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90541B-2936-326D-2636-A370DBB05C9A}"/>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1733496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2A02A-1DB6-3749-7C62-BBB83DC8989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7260761-3C67-3087-52A9-B2C0361F36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ADBC74-9DD1-D059-82E5-B45CA453E80F}"/>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3DFF75F1-2ABF-2B01-D4B0-A228893141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6F0DA2-9B0F-88A7-BEB6-0DFBB316D686}"/>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3745827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5BCE5-8D87-14AC-3C9F-E2E66C3E18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4F17EF5-8830-0D92-821B-C3CB7090CA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1F2A24-0189-197C-D461-56A7FBFF3D68}"/>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F3F562EB-92DA-3F5F-0B98-551A047D34E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ABCD36-1B01-E19D-B6EE-5AF29C2DFD8C}"/>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3903192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B1519-9DFF-FE31-5D38-4A8238EA22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04E72E-24E2-85C3-38FB-9158484A06C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04F5672-BD59-6D7C-B9BE-DF2862D0DE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EEF6405-9A82-97BC-29B7-F81E98D333C0}"/>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6" name="Footer Placeholder 5">
            <a:extLst>
              <a:ext uri="{FF2B5EF4-FFF2-40B4-BE49-F238E27FC236}">
                <a16:creationId xmlns:a16="http://schemas.microsoft.com/office/drawing/2014/main" id="{3F700708-71F4-EDE2-2D3E-95E58D7C2AD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E541DC1-E1D6-F2C4-3F68-356A3F7439A0}"/>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37235070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881CF-07A2-A285-80E2-F6A18506E15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DBBFBF1-B570-C27B-6D8D-E880137BBC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00B3630-5F74-60C0-EF9F-98AEC41CD87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9BE5985-F698-FF4C-A4CA-280E91C566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7547DF-689D-6C81-679C-D46F1AAAD3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3B89DA5-32A1-EF61-ABEA-67A6C8A1CAD7}"/>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8" name="Footer Placeholder 7">
            <a:extLst>
              <a:ext uri="{FF2B5EF4-FFF2-40B4-BE49-F238E27FC236}">
                <a16:creationId xmlns:a16="http://schemas.microsoft.com/office/drawing/2014/main" id="{5938D1C8-F97C-BE5A-D8C3-3F24E6248BD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B2EC478-B593-6431-0C5B-F3331DE6E2FD}"/>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2426304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3B42-AC32-9A35-E1A1-31CA57395F0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03DF783-82E9-F3C8-B6FC-FF764FF08AFB}"/>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4" name="Footer Placeholder 3">
            <a:extLst>
              <a:ext uri="{FF2B5EF4-FFF2-40B4-BE49-F238E27FC236}">
                <a16:creationId xmlns:a16="http://schemas.microsoft.com/office/drawing/2014/main" id="{7F1E6C52-208D-E0B6-1517-BF020F30F2F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BC8EE64B-9246-EBC1-0111-FD620ED54581}"/>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4026994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5A9214-9787-59DC-4113-6AABA8947213}"/>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3" name="Footer Placeholder 2">
            <a:extLst>
              <a:ext uri="{FF2B5EF4-FFF2-40B4-BE49-F238E27FC236}">
                <a16:creationId xmlns:a16="http://schemas.microsoft.com/office/drawing/2014/main" id="{AA30BB7D-C178-2B57-E637-94C1C0CDC5C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8E8B354E-A779-CF5B-4629-A5078725D9AB}"/>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208424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D7701-E28F-618B-E6BA-68CCA268C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C24B057-4FCE-330B-AA94-4BACDEBE9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B342A5B-4C47-D35C-48AF-BB52CF21A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DDEA0D-4B4D-734F-D1E2-C50C9AEFF6AD}"/>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6" name="Footer Placeholder 5">
            <a:extLst>
              <a:ext uri="{FF2B5EF4-FFF2-40B4-BE49-F238E27FC236}">
                <a16:creationId xmlns:a16="http://schemas.microsoft.com/office/drawing/2014/main" id="{5C0DF139-6CFF-E4FD-3DF5-3FC403B8B3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CC2414A-61D5-FE0A-63F3-4C892A591FB3}"/>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3077168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4D678-6562-CC0B-6182-C6C333E9CE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08BB717-5AD7-482B-C617-A0B406FF0C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E0C2B9D-B7EA-DD83-F8E3-40F5112277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053038-6862-C6CF-CF80-EFB3B7C1F04E}"/>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6" name="Footer Placeholder 5">
            <a:extLst>
              <a:ext uri="{FF2B5EF4-FFF2-40B4-BE49-F238E27FC236}">
                <a16:creationId xmlns:a16="http://schemas.microsoft.com/office/drawing/2014/main" id="{3E73C5F3-8BA0-C7E7-6726-8DA79A87B0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DF77E4E-A8A0-F090-054C-915D0B5E0E27}"/>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4231596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6F81F-E020-20E3-E53E-E52F4A11C1F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9963271-BB65-453F-52AA-190C2313E2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3A24655-E105-B9CC-0C92-978E014DC6AF}"/>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546A5B5A-35CF-BBEA-EE97-31BBA6F8BB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90DF2B-D0D7-E05B-8A6E-3ED3D8801535}"/>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681255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1765C6-762D-7168-F14B-B5EB0E77748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C137331-E930-AA29-645B-F35617DE9C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E037856-B72D-C8E3-AAC4-376BBC88C59F}"/>
              </a:ext>
            </a:extLst>
          </p:cNvPr>
          <p:cNvSpPr>
            <a:spLocks noGrp="1"/>
          </p:cNvSpPr>
          <p:nvPr>
            <p:ph type="dt" sz="half" idx="10"/>
          </p:nvPr>
        </p:nvSpPr>
        <p:spPr/>
        <p:txBody>
          <a:body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175C24F1-47F0-8CC6-0030-5144486AD4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F6D673-FA70-2C90-0024-012036FEAD5F}"/>
              </a:ext>
            </a:extLst>
          </p:cNvPr>
          <p:cNvSpPr>
            <a:spLocks noGrp="1"/>
          </p:cNvSpPr>
          <p:nvPr>
            <p:ph type="sldNum" sz="quarter" idx="12"/>
          </p:nvPr>
        </p:nvSpPr>
        <p:spPr/>
        <p:txBody>
          <a:bodyPr/>
          <a:lstStyle/>
          <a:p>
            <a:fld id="{7EC72CDC-609B-4077-8551-B2FA7433F512}" type="slidenum">
              <a:rPr lang="en-GB" smtClean="0"/>
              <a:t>‹#›</a:t>
            </a:fld>
            <a:endParaRPr lang="en-GB"/>
          </a:p>
        </p:txBody>
      </p:sp>
    </p:spTree>
    <p:extLst>
      <p:ext uri="{BB962C8B-B14F-4D97-AF65-F5344CB8AC3E}">
        <p14:creationId xmlns:p14="http://schemas.microsoft.com/office/powerpoint/2010/main" val="3685699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7C0410-0E8C-8C3F-C7C1-3C1DB917A7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A1FFD6-C8FC-FCA1-A0FF-65B61BFBB3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B012F15-83F3-E8DE-B29C-982855A160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65724C-8BB7-484B-AC53-A863539CAD62}" type="datetimeFigureOut">
              <a:rPr lang="en-GB" smtClean="0"/>
              <a:t>24/01/2026</a:t>
            </a:fld>
            <a:endParaRPr lang="en-GB"/>
          </a:p>
        </p:txBody>
      </p:sp>
      <p:sp>
        <p:nvSpPr>
          <p:cNvPr id="5" name="Footer Placeholder 4">
            <a:extLst>
              <a:ext uri="{FF2B5EF4-FFF2-40B4-BE49-F238E27FC236}">
                <a16:creationId xmlns:a16="http://schemas.microsoft.com/office/drawing/2014/main" id="{4844435C-B206-080B-FC81-0DD25DA39F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4BEC698-8420-7E48-CF4E-8AF7A2076E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C72CDC-609B-4077-8551-B2FA7433F512}" type="slidenum">
              <a:rPr lang="en-GB" smtClean="0"/>
              <a:t>‹#›</a:t>
            </a:fld>
            <a:endParaRPr lang="en-GB"/>
          </a:p>
        </p:txBody>
      </p:sp>
    </p:spTree>
    <p:extLst>
      <p:ext uri="{BB962C8B-B14F-4D97-AF65-F5344CB8AC3E}">
        <p14:creationId xmlns:p14="http://schemas.microsoft.com/office/powerpoint/2010/main" val="40541874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8E99B-5FF4-5A54-66A0-70D4B48FD5A8}"/>
              </a:ext>
            </a:extLst>
          </p:cNvPr>
          <p:cNvSpPr>
            <a:spLocks noGrp="1"/>
          </p:cNvSpPr>
          <p:nvPr>
            <p:ph type="ctrTitle"/>
          </p:nvPr>
        </p:nvSpPr>
        <p:spPr>
          <a:xfrm>
            <a:off x="1524000" y="516195"/>
            <a:ext cx="9144000" cy="796411"/>
          </a:xfrm>
        </p:spPr>
        <p:txBody>
          <a:bodyPr>
            <a:normAutofit/>
          </a:bodyPr>
          <a:lstStyle/>
          <a:p>
            <a:r>
              <a:rPr lang="en-US" sz="3200" b="1" dirty="0">
                <a:solidFill>
                  <a:srgbClr val="0070C0"/>
                </a:solidFill>
              </a:rPr>
              <a:t>Boosting Algorithm-Regression</a:t>
            </a:r>
            <a:endParaRPr lang="en-GB" sz="3200" b="1" dirty="0">
              <a:solidFill>
                <a:srgbClr val="0070C0"/>
              </a:solidFill>
            </a:endParaRPr>
          </a:p>
        </p:txBody>
      </p:sp>
      <p:graphicFrame>
        <p:nvGraphicFramePr>
          <p:cNvPr id="4" name="Diagram 3">
            <a:extLst>
              <a:ext uri="{FF2B5EF4-FFF2-40B4-BE49-F238E27FC236}">
                <a16:creationId xmlns:a16="http://schemas.microsoft.com/office/drawing/2014/main" id="{4AC57F7E-828A-05E0-18F3-C0F404EFE429}"/>
              </a:ext>
            </a:extLst>
          </p:cNvPr>
          <p:cNvGraphicFramePr/>
          <p:nvPr/>
        </p:nvGraphicFramePr>
        <p:xfrm>
          <a:off x="1524000" y="1828799"/>
          <a:ext cx="9144000" cy="45130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34340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D9DFE-AB35-7A35-0743-875A5DA58102}"/>
              </a:ext>
            </a:extLst>
          </p:cNvPr>
          <p:cNvSpPr>
            <a:spLocks noGrp="1"/>
          </p:cNvSpPr>
          <p:nvPr>
            <p:ph type="title"/>
          </p:nvPr>
        </p:nvSpPr>
        <p:spPr/>
        <p:txBody>
          <a:bodyPr>
            <a:normAutofit/>
          </a:bodyPr>
          <a:lstStyle/>
          <a:p>
            <a:pPr algn="ctr"/>
            <a:r>
              <a:rPr lang="en-US" sz="3200" b="1" dirty="0">
                <a:solidFill>
                  <a:srgbClr val="0070C0"/>
                </a:solidFill>
              </a:rPr>
              <a:t>Boosting Algorithm-Regression</a:t>
            </a:r>
            <a:endParaRPr lang="en-GB" sz="3200" dirty="0"/>
          </a:p>
        </p:txBody>
      </p:sp>
      <p:graphicFrame>
        <p:nvGraphicFramePr>
          <p:cNvPr id="4" name="Content Placeholder 3">
            <a:extLst>
              <a:ext uri="{FF2B5EF4-FFF2-40B4-BE49-F238E27FC236}">
                <a16:creationId xmlns:a16="http://schemas.microsoft.com/office/drawing/2014/main" id="{785EE04B-6F62-63F8-E24E-881C216A6AAA}"/>
              </a:ext>
            </a:extLst>
          </p:cNvPr>
          <p:cNvGraphicFramePr>
            <a:graphicFrameLocks noGrp="1"/>
          </p:cNvGraphicFramePr>
          <p:nvPr>
            <p:ph idx="1"/>
            <p:extLst>
              <p:ext uri="{D42A27DB-BD31-4B8C-83A1-F6EECF244321}">
                <p14:modId xmlns:p14="http://schemas.microsoft.com/office/powerpoint/2010/main" val="112826954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77140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3FB7E-8890-4E4F-B9FB-A7B195D10F97}"/>
              </a:ext>
            </a:extLst>
          </p:cNvPr>
          <p:cNvSpPr>
            <a:spLocks noGrp="1"/>
          </p:cNvSpPr>
          <p:nvPr>
            <p:ph type="title"/>
          </p:nvPr>
        </p:nvSpPr>
        <p:spPr>
          <a:xfrm>
            <a:off x="838200" y="365126"/>
            <a:ext cx="10515600" cy="799998"/>
          </a:xfrm>
        </p:spPr>
        <p:txBody>
          <a:bodyPr>
            <a:normAutofit/>
          </a:bodyPr>
          <a:lstStyle/>
          <a:p>
            <a:pPr algn="ctr"/>
            <a:r>
              <a:rPr lang="en-US" sz="3200" b="1" dirty="0" err="1">
                <a:solidFill>
                  <a:srgbClr val="0070C0"/>
                </a:solidFill>
              </a:rPr>
              <a:t>Adaboost</a:t>
            </a:r>
            <a:r>
              <a:rPr lang="en-US" sz="3200" b="1" dirty="0">
                <a:solidFill>
                  <a:srgbClr val="0070C0"/>
                </a:solidFill>
              </a:rPr>
              <a:t> Regressor</a:t>
            </a:r>
            <a:endParaRPr lang="en-GB" sz="3200" b="1" dirty="0">
              <a:solidFill>
                <a:srgbClr val="0070C0"/>
              </a:solidFill>
            </a:endParaRPr>
          </a:p>
        </p:txBody>
      </p:sp>
      <p:graphicFrame>
        <p:nvGraphicFramePr>
          <p:cNvPr id="13" name="Content Placeholder 12">
            <a:extLst>
              <a:ext uri="{FF2B5EF4-FFF2-40B4-BE49-F238E27FC236}">
                <a16:creationId xmlns:a16="http://schemas.microsoft.com/office/drawing/2014/main" id="{256AC60C-62F9-CD20-E3A0-C7F81C147340}"/>
              </a:ext>
            </a:extLst>
          </p:cNvPr>
          <p:cNvGraphicFramePr>
            <a:graphicFrameLocks noGrp="1"/>
          </p:cNvGraphicFramePr>
          <p:nvPr>
            <p:ph idx="1"/>
            <p:extLst>
              <p:ext uri="{D42A27DB-BD31-4B8C-83A1-F6EECF244321}">
                <p14:modId xmlns:p14="http://schemas.microsoft.com/office/powerpoint/2010/main" val="48471487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1649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9E01-8EF8-8DEA-5791-1B7FB14A32A6}"/>
              </a:ext>
            </a:extLst>
          </p:cNvPr>
          <p:cNvSpPr>
            <a:spLocks noGrp="1"/>
          </p:cNvSpPr>
          <p:nvPr>
            <p:ph type="title"/>
          </p:nvPr>
        </p:nvSpPr>
        <p:spPr/>
        <p:txBody>
          <a:bodyPr>
            <a:normAutofit/>
          </a:bodyPr>
          <a:lstStyle/>
          <a:p>
            <a:pPr algn="ctr"/>
            <a:r>
              <a:rPr lang="en-US" sz="3200" b="1" dirty="0" err="1">
                <a:solidFill>
                  <a:srgbClr val="0070C0"/>
                </a:solidFill>
              </a:rPr>
              <a:t>Adaboost</a:t>
            </a:r>
            <a:r>
              <a:rPr lang="en-US" sz="3200" b="1" dirty="0">
                <a:solidFill>
                  <a:srgbClr val="0070C0"/>
                </a:solidFill>
              </a:rPr>
              <a:t> Regressor</a:t>
            </a:r>
            <a:endParaRPr lang="en-GB" sz="3200" b="1" dirty="0">
              <a:solidFill>
                <a:srgbClr val="0070C0"/>
              </a:solidFill>
            </a:endParaRPr>
          </a:p>
        </p:txBody>
      </p:sp>
      <p:pic>
        <p:nvPicPr>
          <p:cNvPr id="4" name="Content Placeholder 3">
            <a:extLst>
              <a:ext uri="{FF2B5EF4-FFF2-40B4-BE49-F238E27FC236}">
                <a16:creationId xmlns:a16="http://schemas.microsoft.com/office/drawing/2014/main" id="{654987C9-BCE8-D235-1AB7-57CFB1D8EEB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8077" y="1946787"/>
            <a:ext cx="8126362" cy="4546087"/>
          </a:xfrm>
          <a:prstGeom prst="rect">
            <a:avLst/>
          </a:prstGeom>
        </p:spPr>
      </p:pic>
    </p:spTree>
    <p:extLst>
      <p:ext uri="{BB962C8B-B14F-4D97-AF65-F5344CB8AC3E}">
        <p14:creationId xmlns:p14="http://schemas.microsoft.com/office/powerpoint/2010/main" val="1334651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DE05B-C10F-83E9-4979-24CB681AD8DB}"/>
              </a:ext>
            </a:extLst>
          </p:cNvPr>
          <p:cNvSpPr>
            <a:spLocks noGrp="1"/>
          </p:cNvSpPr>
          <p:nvPr>
            <p:ph type="title"/>
          </p:nvPr>
        </p:nvSpPr>
        <p:spPr>
          <a:xfrm>
            <a:off x="838200" y="365125"/>
            <a:ext cx="10515600" cy="844243"/>
          </a:xfrm>
        </p:spPr>
        <p:txBody>
          <a:bodyPr>
            <a:normAutofit fontScale="90000"/>
          </a:bodyPr>
          <a:lstStyle/>
          <a:p>
            <a:pPr algn="ctr"/>
            <a:r>
              <a:rPr lang="en-GB" sz="3600" b="1" dirty="0" err="1">
                <a:solidFill>
                  <a:srgbClr val="0070C0"/>
                </a:solidFill>
              </a:rPr>
              <a:t>XGBoost</a:t>
            </a:r>
            <a:r>
              <a:rPr lang="en-GB" sz="3600" b="1" dirty="0">
                <a:solidFill>
                  <a:srgbClr val="0070C0"/>
                </a:solidFill>
              </a:rPr>
              <a:t> (Extreme Gradient Boosting)</a:t>
            </a:r>
            <a:br>
              <a:rPr lang="en-GB" dirty="0"/>
            </a:br>
            <a:endParaRPr lang="en-GB" dirty="0"/>
          </a:p>
        </p:txBody>
      </p:sp>
      <p:graphicFrame>
        <p:nvGraphicFramePr>
          <p:cNvPr id="4" name="Content Placeholder 3">
            <a:extLst>
              <a:ext uri="{FF2B5EF4-FFF2-40B4-BE49-F238E27FC236}">
                <a16:creationId xmlns:a16="http://schemas.microsoft.com/office/drawing/2014/main" id="{B5872A9C-9190-5FED-799F-4CAAEB769A5D}"/>
              </a:ext>
            </a:extLst>
          </p:cNvPr>
          <p:cNvGraphicFramePr>
            <a:graphicFrameLocks noGrp="1"/>
          </p:cNvGraphicFramePr>
          <p:nvPr>
            <p:ph idx="1"/>
            <p:extLst>
              <p:ext uri="{D42A27DB-BD31-4B8C-83A1-F6EECF244321}">
                <p14:modId xmlns:p14="http://schemas.microsoft.com/office/powerpoint/2010/main" val="3617921775"/>
              </p:ext>
            </p:extLst>
          </p:nvPr>
        </p:nvGraphicFramePr>
        <p:xfrm>
          <a:off x="838200" y="1268362"/>
          <a:ext cx="10515600" cy="49675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7061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FDD82-755D-D978-79EC-2ECDE27EC2C2}"/>
              </a:ext>
            </a:extLst>
          </p:cNvPr>
          <p:cNvSpPr>
            <a:spLocks noGrp="1"/>
          </p:cNvSpPr>
          <p:nvPr>
            <p:ph type="title"/>
          </p:nvPr>
        </p:nvSpPr>
        <p:spPr>
          <a:xfrm>
            <a:off x="838200" y="365125"/>
            <a:ext cx="10515600" cy="785249"/>
          </a:xfrm>
        </p:spPr>
        <p:txBody>
          <a:bodyPr>
            <a:normAutofit/>
          </a:bodyPr>
          <a:lstStyle/>
          <a:p>
            <a:pPr algn="ctr"/>
            <a:r>
              <a:rPr lang="en-GB" sz="3200" b="1" dirty="0" err="1">
                <a:solidFill>
                  <a:srgbClr val="0070C0"/>
                </a:solidFill>
              </a:rPr>
              <a:t>XGBoost</a:t>
            </a:r>
            <a:r>
              <a:rPr lang="en-GB" sz="3200" b="1" dirty="0">
                <a:solidFill>
                  <a:srgbClr val="0070C0"/>
                </a:solidFill>
              </a:rPr>
              <a:t>-Regressor</a:t>
            </a:r>
          </a:p>
        </p:txBody>
      </p:sp>
      <p:pic>
        <p:nvPicPr>
          <p:cNvPr id="9" name="Content Placeholder 8">
            <a:extLst>
              <a:ext uri="{FF2B5EF4-FFF2-40B4-BE49-F238E27FC236}">
                <a16:creationId xmlns:a16="http://schemas.microsoft.com/office/drawing/2014/main" id="{A7A12876-E7E3-BECE-FDF9-28C885636D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65123" y="1150374"/>
            <a:ext cx="9925663" cy="5501149"/>
          </a:xfrm>
        </p:spPr>
      </p:pic>
    </p:spTree>
    <p:extLst>
      <p:ext uri="{BB962C8B-B14F-4D97-AF65-F5344CB8AC3E}">
        <p14:creationId xmlns:p14="http://schemas.microsoft.com/office/powerpoint/2010/main" val="4119571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1B0CD-CDC6-9EEC-D7FA-87AFAB3D46B8}"/>
              </a:ext>
            </a:extLst>
          </p:cNvPr>
          <p:cNvSpPr>
            <a:spLocks noGrp="1"/>
          </p:cNvSpPr>
          <p:nvPr>
            <p:ph type="title"/>
          </p:nvPr>
        </p:nvSpPr>
        <p:spPr/>
        <p:txBody>
          <a:bodyPr>
            <a:normAutofit/>
          </a:bodyPr>
          <a:lstStyle/>
          <a:p>
            <a:pPr algn="ctr"/>
            <a:r>
              <a:rPr lang="en-US" sz="3200" b="1" dirty="0" err="1">
                <a:solidFill>
                  <a:srgbClr val="0070C0"/>
                </a:solidFill>
              </a:rPr>
              <a:t>LGBoost</a:t>
            </a:r>
            <a:r>
              <a:rPr lang="en-US" sz="3200" b="1" dirty="0">
                <a:solidFill>
                  <a:srgbClr val="0070C0"/>
                </a:solidFill>
              </a:rPr>
              <a:t> Regressor</a:t>
            </a:r>
            <a:endParaRPr lang="en-GB" sz="3200" b="1" dirty="0">
              <a:solidFill>
                <a:srgbClr val="0070C0"/>
              </a:solidFill>
            </a:endParaRPr>
          </a:p>
        </p:txBody>
      </p:sp>
      <p:graphicFrame>
        <p:nvGraphicFramePr>
          <p:cNvPr id="6" name="Content Placeholder 5">
            <a:extLst>
              <a:ext uri="{FF2B5EF4-FFF2-40B4-BE49-F238E27FC236}">
                <a16:creationId xmlns:a16="http://schemas.microsoft.com/office/drawing/2014/main" id="{A65FE612-9FFF-0EBA-F1FA-8894F80977B4}"/>
              </a:ext>
            </a:extLst>
          </p:cNvPr>
          <p:cNvGraphicFramePr>
            <a:graphicFrameLocks noGrp="1"/>
          </p:cNvGraphicFramePr>
          <p:nvPr>
            <p:ph idx="1"/>
            <p:extLst>
              <p:ext uri="{D42A27DB-BD31-4B8C-83A1-F6EECF244321}">
                <p14:modId xmlns:p14="http://schemas.microsoft.com/office/powerpoint/2010/main" val="3287966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5114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E777F-ABCA-D50B-1E6B-36553E261A9F}"/>
              </a:ext>
            </a:extLst>
          </p:cNvPr>
          <p:cNvSpPr>
            <a:spLocks noGrp="1"/>
          </p:cNvSpPr>
          <p:nvPr>
            <p:ph type="title"/>
          </p:nvPr>
        </p:nvSpPr>
        <p:spPr/>
        <p:txBody>
          <a:bodyPr>
            <a:normAutofit/>
          </a:bodyPr>
          <a:lstStyle/>
          <a:p>
            <a:pPr algn="ctr"/>
            <a:r>
              <a:rPr lang="en-US" sz="3200" b="1" dirty="0" err="1">
                <a:solidFill>
                  <a:srgbClr val="0070C0"/>
                </a:solidFill>
              </a:rPr>
              <a:t>LGBoost</a:t>
            </a:r>
            <a:r>
              <a:rPr lang="en-US" sz="3200" b="1" dirty="0">
                <a:solidFill>
                  <a:srgbClr val="0070C0"/>
                </a:solidFill>
              </a:rPr>
              <a:t> Regressor</a:t>
            </a:r>
            <a:endParaRPr lang="en-GB" sz="3200" b="1" dirty="0">
              <a:solidFill>
                <a:srgbClr val="0070C0"/>
              </a:solidFill>
            </a:endParaRPr>
          </a:p>
        </p:txBody>
      </p:sp>
      <p:pic>
        <p:nvPicPr>
          <p:cNvPr id="5" name="Content Placeholder 4">
            <a:extLst>
              <a:ext uri="{FF2B5EF4-FFF2-40B4-BE49-F238E27FC236}">
                <a16:creationId xmlns:a16="http://schemas.microsoft.com/office/drawing/2014/main" id="{E39AD55B-DA7B-BC12-CD56-EE80AA6F0B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4662" y="1825625"/>
            <a:ext cx="8702675" cy="4351338"/>
          </a:xfrm>
        </p:spPr>
      </p:pic>
    </p:spTree>
    <p:extLst>
      <p:ext uri="{BB962C8B-B14F-4D97-AF65-F5344CB8AC3E}">
        <p14:creationId xmlns:p14="http://schemas.microsoft.com/office/powerpoint/2010/main" val="523336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34C2-7D0A-E7BF-82EF-F3B36623CFEB}"/>
              </a:ext>
            </a:extLst>
          </p:cNvPr>
          <p:cNvSpPr>
            <a:spLocks noGrp="1"/>
          </p:cNvSpPr>
          <p:nvPr>
            <p:ph type="title"/>
          </p:nvPr>
        </p:nvSpPr>
        <p:spPr/>
        <p:txBody>
          <a:bodyPr>
            <a:normAutofit/>
          </a:bodyPr>
          <a:lstStyle/>
          <a:p>
            <a:pPr algn="ctr"/>
            <a:r>
              <a:rPr lang="en-US" sz="3200" b="1" dirty="0" err="1">
                <a:solidFill>
                  <a:srgbClr val="0070C0"/>
                </a:solidFill>
              </a:rPr>
              <a:t>XGBoost</a:t>
            </a:r>
            <a:r>
              <a:rPr lang="en-US" sz="3200" b="1" dirty="0">
                <a:solidFill>
                  <a:srgbClr val="0070C0"/>
                </a:solidFill>
              </a:rPr>
              <a:t> vs </a:t>
            </a:r>
            <a:r>
              <a:rPr lang="en-US" sz="3200" b="1" dirty="0" err="1">
                <a:solidFill>
                  <a:srgbClr val="0070C0"/>
                </a:solidFill>
              </a:rPr>
              <a:t>LGBoost</a:t>
            </a:r>
            <a:endParaRPr lang="en-GB" sz="3200" b="1" dirty="0">
              <a:solidFill>
                <a:srgbClr val="0070C0"/>
              </a:solidFill>
            </a:endParaRPr>
          </a:p>
        </p:txBody>
      </p:sp>
      <p:pic>
        <p:nvPicPr>
          <p:cNvPr id="5" name="Content Placeholder 4">
            <a:extLst>
              <a:ext uri="{FF2B5EF4-FFF2-40B4-BE49-F238E27FC236}">
                <a16:creationId xmlns:a16="http://schemas.microsoft.com/office/drawing/2014/main" id="{95AA7B06-7CF0-C094-C35D-23BE7A7624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28144" y="1825625"/>
            <a:ext cx="7735712" cy="4351338"/>
          </a:xfrm>
        </p:spPr>
      </p:pic>
    </p:spTree>
    <p:extLst>
      <p:ext uri="{BB962C8B-B14F-4D97-AF65-F5344CB8AC3E}">
        <p14:creationId xmlns:p14="http://schemas.microsoft.com/office/powerpoint/2010/main" val="579009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C3A62-B909-7128-BFDF-0B2CBF8F56A4}"/>
              </a:ext>
            </a:extLst>
          </p:cNvPr>
          <p:cNvSpPr>
            <a:spLocks noGrp="1"/>
          </p:cNvSpPr>
          <p:nvPr>
            <p:ph type="title"/>
          </p:nvPr>
        </p:nvSpPr>
        <p:spPr>
          <a:xfrm>
            <a:off x="838200" y="365124"/>
            <a:ext cx="10515600" cy="991727"/>
          </a:xfrm>
        </p:spPr>
        <p:txBody>
          <a:bodyPr>
            <a:normAutofit/>
          </a:bodyPr>
          <a:lstStyle/>
          <a:p>
            <a:endParaRPr lang="en-GB" dirty="0"/>
          </a:p>
        </p:txBody>
      </p:sp>
      <p:sp>
        <p:nvSpPr>
          <p:cNvPr id="3" name="Content Placeholder 2">
            <a:extLst>
              <a:ext uri="{FF2B5EF4-FFF2-40B4-BE49-F238E27FC236}">
                <a16:creationId xmlns:a16="http://schemas.microsoft.com/office/drawing/2014/main" id="{669CB108-6D95-683F-1BD9-878ADC69FCCA}"/>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b="1" dirty="0"/>
              <a:t>Thank You……</a:t>
            </a:r>
            <a:endParaRPr lang="en-GB" b="1" dirty="0"/>
          </a:p>
        </p:txBody>
      </p:sp>
    </p:spTree>
    <p:extLst>
      <p:ext uri="{BB962C8B-B14F-4D97-AF65-F5344CB8AC3E}">
        <p14:creationId xmlns:p14="http://schemas.microsoft.com/office/powerpoint/2010/main" val="29134566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246</Words>
  <Application>Microsoft Office PowerPoint</Application>
  <PresentationFormat>Widescreen</PresentationFormat>
  <Paragraphs>27</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Boosting Algorithm-Regression</vt:lpstr>
      <vt:lpstr>Boosting Algorithm-Regression</vt:lpstr>
      <vt:lpstr>Adaboost Regressor</vt:lpstr>
      <vt:lpstr>Adaboost Regressor</vt:lpstr>
      <vt:lpstr>XGBoost (Extreme Gradient Boosting) </vt:lpstr>
      <vt:lpstr>XGBoost-Regressor</vt:lpstr>
      <vt:lpstr>LGBoost Regressor</vt:lpstr>
      <vt:lpstr>LGBoost Regressor</vt:lpstr>
      <vt:lpstr>XGBoost vs LGBoost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Sathish</dc:creator>
  <cp:lastModifiedBy>Sathish</cp:lastModifiedBy>
  <cp:revision>3</cp:revision>
  <dcterms:created xsi:type="dcterms:W3CDTF">2026-01-24T17:11:14Z</dcterms:created>
  <dcterms:modified xsi:type="dcterms:W3CDTF">2026-01-24T17:16:45Z</dcterms:modified>
</cp:coreProperties>
</file>